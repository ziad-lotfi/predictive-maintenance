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83" r:id="rId9"/>
    <p:sldId id="284" r:id="rId10"/>
    <p:sldId id="292" r:id="rId11"/>
    <p:sldId id="293" r:id="rId12"/>
    <p:sldId id="298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128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yad Mahmoud" userId="2d09ed40316b890c" providerId="LiveId" clId="{8F180CF7-9B4A-4EF7-BD2C-806087B1E91F}"/>
    <pc:docChg chg="undo redo custSel addSld delSld modSld sldOrd modMainMaster">
      <pc:chgData name="Zeyad Mahmoud" userId="2d09ed40316b890c" providerId="LiveId" clId="{8F180CF7-9B4A-4EF7-BD2C-806087B1E91F}" dt="2026-09-09T21:58:49.335" v="564"/>
      <pc:docMkLst>
        <pc:docMk/>
      </pc:docMkLst>
      <pc:sldChg chg="addSp modSp mod modTransition setBg">
        <pc:chgData name="Zeyad Mahmoud" userId="2d09ed40316b890c" providerId="LiveId" clId="{8F180CF7-9B4A-4EF7-BD2C-806087B1E91F}" dt="2026-09-09T14:33:52.137" v="150" actId="207"/>
        <pc:sldMkLst>
          <pc:docMk/>
          <pc:sldMk cId="0" sldId="256"/>
        </pc:sldMkLst>
        <pc:spChg chg="add mod ord">
          <ac:chgData name="Zeyad Mahmoud" userId="2d09ed40316b890c" providerId="LiveId" clId="{8F180CF7-9B4A-4EF7-BD2C-806087B1E91F}" dt="2026-09-09T14:33:52.137" v="150" actId="207"/>
          <ac:spMkLst>
            <pc:docMk/>
            <pc:sldMk cId="0" sldId="256"/>
            <ac:spMk id="10" creationId="{AD31745E-8CE3-A188-0CE1-CED3392F3991}"/>
          </ac:spMkLst>
        </pc:spChg>
      </pc:sldChg>
      <pc:sldChg chg="addSp delSp modSp mod modTransition setBg">
        <pc:chgData name="Zeyad Mahmoud" userId="2d09ed40316b890c" providerId="LiveId" clId="{8F180CF7-9B4A-4EF7-BD2C-806087B1E91F}" dt="2026-09-09T14:33:33.203" v="147" actId="167"/>
        <pc:sldMkLst>
          <pc:docMk/>
          <pc:sldMk cId="0" sldId="257"/>
        </pc:sldMkLst>
        <pc:spChg chg="add del mod ord">
          <ac:chgData name="Zeyad Mahmoud" userId="2d09ed40316b890c" providerId="LiveId" clId="{8F180CF7-9B4A-4EF7-BD2C-806087B1E91F}" dt="2026-09-09T14:33:27.346" v="145" actId="478"/>
          <ac:spMkLst>
            <pc:docMk/>
            <pc:sldMk cId="0" sldId="257"/>
            <ac:spMk id="20" creationId="{9AC34F86-642C-43EC-E289-C988A5E41B96}"/>
          </ac:spMkLst>
        </pc:spChg>
        <pc:spChg chg="add ord">
          <ac:chgData name="Zeyad Mahmoud" userId="2d09ed40316b890c" providerId="LiveId" clId="{8F180CF7-9B4A-4EF7-BD2C-806087B1E91F}" dt="2026-09-09T14:33:33.203" v="147" actId="167"/>
          <ac:spMkLst>
            <pc:docMk/>
            <pc:sldMk cId="0" sldId="257"/>
            <ac:spMk id="22" creationId="{09438A02-756C-BEC8-374F-987ED1AD7791}"/>
          </ac:spMkLst>
        </pc:spChg>
      </pc:sldChg>
      <pc:sldChg chg="addSp delSp modSp mod modTransition setBg">
        <pc:chgData name="Zeyad Mahmoud" userId="2d09ed40316b890c" providerId="LiveId" clId="{8F180CF7-9B4A-4EF7-BD2C-806087B1E91F}" dt="2026-09-09T14:33:24.332" v="144" actId="167"/>
        <pc:sldMkLst>
          <pc:docMk/>
          <pc:sldMk cId="0" sldId="258"/>
        </pc:sldMkLst>
        <pc:spChg chg="add del ord">
          <ac:chgData name="Zeyad Mahmoud" userId="2d09ed40316b890c" providerId="LiveId" clId="{8F180CF7-9B4A-4EF7-BD2C-806087B1E91F}" dt="2026-09-09T14:33:20.879" v="142" actId="478"/>
          <ac:spMkLst>
            <pc:docMk/>
            <pc:sldMk cId="0" sldId="258"/>
            <ac:spMk id="24" creationId="{E6476A9E-95B1-6BC9-F7F8-0FE05F815EB3}"/>
          </ac:spMkLst>
        </pc:spChg>
        <pc:spChg chg="add ord">
          <ac:chgData name="Zeyad Mahmoud" userId="2d09ed40316b890c" providerId="LiveId" clId="{8F180CF7-9B4A-4EF7-BD2C-806087B1E91F}" dt="2026-09-09T14:33:24.332" v="144" actId="167"/>
          <ac:spMkLst>
            <pc:docMk/>
            <pc:sldMk cId="0" sldId="258"/>
            <ac:spMk id="25" creationId="{FBA88AC7-2F95-5A44-696D-7D304B8AA1EC}"/>
          </ac:spMkLst>
        </pc:spChg>
      </pc:sldChg>
      <pc:sldChg chg="addSp delSp modSp mod modTransition setBg">
        <pc:chgData name="Zeyad Mahmoud" userId="2d09ed40316b890c" providerId="LiveId" clId="{8F180CF7-9B4A-4EF7-BD2C-806087B1E91F}" dt="2026-09-09T14:33:17.139" v="141" actId="167"/>
        <pc:sldMkLst>
          <pc:docMk/>
          <pc:sldMk cId="0" sldId="259"/>
        </pc:sldMkLst>
        <pc:spChg chg="add del ord">
          <ac:chgData name="Zeyad Mahmoud" userId="2d09ed40316b890c" providerId="LiveId" clId="{8F180CF7-9B4A-4EF7-BD2C-806087B1E91F}" dt="2026-09-09T14:33:14.346" v="139" actId="478"/>
          <ac:spMkLst>
            <pc:docMk/>
            <pc:sldMk cId="0" sldId="259"/>
            <ac:spMk id="24" creationId="{DA7696AB-B80B-B094-71B1-69CFA4CF797B}"/>
          </ac:spMkLst>
        </pc:spChg>
        <pc:spChg chg="add ord">
          <ac:chgData name="Zeyad Mahmoud" userId="2d09ed40316b890c" providerId="LiveId" clId="{8F180CF7-9B4A-4EF7-BD2C-806087B1E91F}" dt="2026-09-09T14:33:17.139" v="141" actId="167"/>
          <ac:spMkLst>
            <pc:docMk/>
            <pc:sldMk cId="0" sldId="259"/>
            <ac:spMk id="25" creationId="{F2A03016-9EDA-4494-67F2-83E9F3C5CA23}"/>
          </ac:spMkLst>
        </pc:spChg>
      </pc:sldChg>
      <pc:sldChg chg="addSp delSp modSp mod modTransition setBg">
        <pc:chgData name="Zeyad Mahmoud" userId="2d09ed40316b890c" providerId="LiveId" clId="{8F180CF7-9B4A-4EF7-BD2C-806087B1E91F}" dt="2026-09-09T14:33:11.840" v="138" actId="167"/>
        <pc:sldMkLst>
          <pc:docMk/>
          <pc:sldMk cId="0" sldId="260"/>
        </pc:sldMkLst>
        <pc:spChg chg="add del ord">
          <ac:chgData name="Zeyad Mahmoud" userId="2d09ed40316b890c" providerId="LiveId" clId="{8F180CF7-9B4A-4EF7-BD2C-806087B1E91F}" dt="2026-09-09T14:33:06.426" v="136" actId="478"/>
          <ac:spMkLst>
            <pc:docMk/>
            <pc:sldMk cId="0" sldId="260"/>
            <ac:spMk id="19" creationId="{B0187CF4-38C4-98BE-C3A5-2AE348F6C66D}"/>
          </ac:spMkLst>
        </pc:spChg>
        <pc:spChg chg="add ord">
          <ac:chgData name="Zeyad Mahmoud" userId="2d09ed40316b890c" providerId="LiveId" clId="{8F180CF7-9B4A-4EF7-BD2C-806087B1E91F}" dt="2026-09-09T14:33:11.840" v="138" actId="167"/>
          <ac:spMkLst>
            <pc:docMk/>
            <pc:sldMk cId="0" sldId="260"/>
            <ac:spMk id="20" creationId="{F73AC215-15AD-D635-C087-E12C2340CFE6}"/>
          </ac:spMkLst>
        </pc:spChg>
      </pc:sldChg>
      <pc:sldChg chg="addSp delSp modSp mod modTransition setBg">
        <pc:chgData name="Zeyad Mahmoud" userId="2d09ed40316b890c" providerId="LiveId" clId="{8F180CF7-9B4A-4EF7-BD2C-806087B1E91F}" dt="2026-09-09T14:32:57.603" v="135" actId="167"/>
        <pc:sldMkLst>
          <pc:docMk/>
          <pc:sldMk cId="0" sldId="261"/>
        </pc:sldMkLst>
        <pc:spChg chg="add del ord">
          <ac:chgData name="Zeyad Mahmoud" userId="2d09ed40316b890c" providerId="LiveId" clId="{8F180CF7-9B4A-4EF7-BD2C-806087B1E91F}" dt="2026-09-09T14:32:53.035" v="133" actId="478"/>
          <ac:spMkLst>
            <pc:docMk/>
            <pc:sldMk cId="0" sldId="261"/>
            <ac:spMk id="20" creationId="{91E0F9CE-2A28-3DF3-80F4-5B319AD30486}"/>
          </ac:spMkLst>
        </pc:spChg>
        <pc:spChg chg="add ord">
          <ac:chgData name="Zeyad Mahmoud" userId="2d09ed40316b890c" providerId="LiveId" clId="{8F180CF7-9B4A-4EF7-BD2C-806087B1E91F}" dt="2026-09-09T14:32:57.603" v="135" actId="167"/>
          <ac:spMkLst>
            <pc:docMk/>
            <pc:sldMk cId="0" sldId="261"/>
            <ac:spMk id="21" creationId="{0476A2EA-D81D-DCEF-2573-7027FAC0EB5D}"/>
          </ac:spMkLst>
        </pc:spChg>
      </pc:sldChg>
      <pc:sldChg chg="addSp delSp modSp mod modTransition setBg">
        <pc:chgData name="Zeyad Mahmoud" userId="2d09ed40316b890c" providerId="LiveId" clId="{8F180CF7-9B4A-4EF7-BD2C-806087B1E91F}" dt="2026-09-09T14:32:49.025" v="132" actId="167"/>
        <pc:sldMkLst>
          <pc:docMk/>
          <pc:sldMk cId="0" sldId="262"/>
        </pc:sldMkLst>
        <pc:spChg chg="add del ord">
          <ac:chgData name="Zeyad Mahmoud" userId="2d09ed40316b890c" providerId="LiveId" clId="{8F180CF7-9B4A-4EF7-BD2C-806087B1E91F}" dt="2026-09-09T14:32:42.778" v="130" actId="478"/>
          <ac:spMkLst>
            <pc:docMk/>
            <pc:sldMk cId="0" sldId="262"/>
            <ac:spMk id="28" creationId="{65E284C6-3049-1CB0-1AFE-637FC266CE3C}"/>
          </ac:spMkLst>
        </pc:spChg>
        <pc:spChg chg="add ord">
          <ac:chgData name="Zeyad Mahmoud" userId="2d09ed40316b890c" providerId="LiveId" clId="{8F180CF7-9B4A-4EF7-BD2C-806087B1E91F}" dt="2026-09-09T14:32:49.025" v="132" actId="167"/>
          <ac:spMkLst>
            <pc:docMk/>
            <pc:sldMk cId="0" sldId="262"/>
            <ac:spMk id="29" creationId="{680B8096-0ABD-2FA3-1E6C-4AA812B76C16}"/>
          </ac:spMkLst>
        </pc:spChg>
      </pc:sldChg>
      <pc:sldChg chg="addSp delSp modSp mod modTransition setBg">
        <pc:chgData name="Zeyad Mahmoud" userId="2d09ed40316b890c" providerId="LiveId" clId="{8F180CF7-9B4A-4EF7-BD2C-806087B1E91F}" dt="2026-09-09T14:32:39.899" v="129" actId="167"/>
        <pc:sldMkLst>
          <pc:docMk/>
          <pc:sldMk cId="0" sldId="263"/>
        </pc:sldMkLst>
        <pc:spChg chg="add del ord">
          <ac:chgData name="Zeyad Mahmoud" userId="2d09ed40316b890c" providerId="LiveId" clId="{8F180CF7-9B4A-4EF7-BD2C-806087B1E91F}" dt="2026-09-09T14:32:36.756" v="127" actId="478"/>
          <ac:spMkLst>
            <pc:docMk/>
            <pc:sldMk cId="0" sldId="263"/>
            <ac:spMk id="20" creationId="{D2282C22-FE20-B61E-26EE-38613B7F045E}"/>
          </ac:spMkLst>
        </pc:spChg>
        <pc:spChg chg="add ord">
          <ac:chgData name="Zeyad Mahmoud" userId="2d09ed40316b890c" providerId="LiveId" clId="{8F180CF7-9B4A-4EF7-BD2C-806087B1E91F}" dt="2026-09-09T14:32:39.899" v="129" actId="167"/>
          <ac:spMkLst>
            <pc:docMk/>
            <pc:sldMk cId="0" sldId="263"/>
            <ac:spMk id="21" creationId="{1E419201-5430-E136-657B-9B75E452E31F}"/>
          </ac:spMkLst>
        </pc:spChg>
      </pc:sldChg>
      <pc:sldChg chg="addSp delSp modSp mod modTransition setBg">
        <pc:chgData name="Zeyad Mahmoud" userId="2d09ed40316b890c" providerId="LiveId" clId="{8F180CF7-9B4A-4EF7-BD2C-806087B1E91F}" dt="2026-09-09T14:32:31.097" v="126" actId="167"/>
        <pc:sldMkLst>
          <pc:docMk/>
          <pc:sldMk cId="0" sldId="264"/>
        </pc:sldMkLst>
        <pc:spChg chg="add del ord">
          <ac:chgData name="Zeyad Mahmoud" userId="2d09ed40316b890c" providerId="LiveId" clId="{8F180CF7-9B4A-4EF7-BD2C-806087B1E91F}" dt="2026-09-09T14:32:28.095" v="124" actId="478"/>
          <ac:spMkLst>
            <pc:docMk/>
            <pc:sldMk cId="0" sldId="264"/>
            <ac:spMk id="21" creationId="{4A10A92F-1688-0042-1A91-0FF713CF8F29}"/>
          </ac:spMkLst>
        </pc:spChg>
        <pc:spChg chg="add ord">
          <ac:chgData name="Zeyad Mahmoud" userId="2d09ed40316b890c" providerId="LiveId" clId="{8F180CF7-9B4A-4EF7-BD2C-806087B1E91F}" dt="2026-09-09T14:32:31.097" v="126" actId="167"/>
          <ac:spMkLst>
            <pc:docMk/>
            <pc:sldMk cId="0" sldId="264"/>
            <ac:spMk id="22" creationId="{B7EFD576-830D-20FC-DF60-31EE2CB8D2EA}"/>
          </ac:spMkLst>
        </pc:spChg>
      </pc:sldChg>
      <pc:sldChg chg="addSp delSp modSp mod modTransition setBg">
        <pc:chgData name="Zeyad Mahmoud" userId="2d09ed40316b890c" providerId="LiveId" clId="{8F180CF7-9B4A-4EF7-BD2C-806087B1E91F}" dt="2026-09-09T14:32:24.196" v="123" actId="167"/>
        <pc:sldMkLst>
          <pc:docMk/>
          <pc:sldMk cId="0" sldId="265"/>
        </pc:sldMkLst>
        <pc:spChg chg="add del ord">
          <ac:chgData name="Zeyad Mahmoud" userId="2d09ed40316b890c" providerId="LiveId" clId="{8F180CF7-9B4A-4EF7-BD2C-806087B1E91F}" dt="2026-09-09T14:32:20.810" v="121" actId="478"/>
          <ac:spMkLst>
            <pc:docMk/>
            <pc:sldMk cId="0" sldId="265"/>
            <ac:spMk id="33" creationId="{9827D988-4E01-3049-B18F-BEBD29917A79}"/>
          </ac:spMkLst>
        </pc:spChg>
        <pc:spChg chg="add ord">
          <ac:chgData name="Zeyad Mahmoud" userId="2d09ed40316b890c" providerId="LiveId" clId="{8F180CF7-9B4A-4EF7-BD2C-806087B1E91F}" dt="2026-09-09T14:32:24.196" v="123" actId="167"/>
          <ac:spMkLst>
            <pc:docMk/>
            <pc:sldMk cId="0" sldId="265"/>
            <ac:spMk id="34" creationId="{FEE5D256-8833-2B5A-36F0-8D7AE3DC2A07}"/>
          </ac:spMkLst>
        </pc:spChg>
      </pc:sldChg>
      <pc:sldChg chg="addSp delSp modSp mod modTransition setBg">
        <pc:chgData name="Zeyad Mahmoud" userId="2d09ed40316b890c" providerId="LiveId" clId="{8F180CF7-9B4A-4EF7-BD2C-806087B1E91F}" dt="2026-09-09T14:32:17.543" v="120" actId="167"/>
        <pc:sldMkLst>
          <pc:docMk/>
          <pc:sldMk cId="0" sldId="266"/>
        </pc:sldMkLst>
        <pc:spChg chg="add del ord">
          <ac:chgData name="Zeyad Mahmoud" userId="2d09ed40316b890c" providerId="LiveId" clId="{8F180CF7-9B4A-4EF7-BD2C-806087B1E91F}" dt="2026-09-09T14:32:13.074" v="118" actId="478"/>
          <ac:spMkLst>
            <pc:docMk/>
            <pc:sldMk cId="0" sldId="266"/>
            <ac:spMk id="25" creationId="{EBD74F42-CEB2-9D75-F01D-34F220EAAC52}"/>
          </ac:spMkLst>
        </pc:spChg>
        <pc:spChg chg="add ord">
          <ac:chgData name="Zeyad Mahmoud" userId="2d09ed40316b890c" providerId="LiveId" clId="{8F180CF7-9B4A-4EF7-BD2C-806087B1E91F}" dt="2026-09-09T14:32:17.543" v="120" actId="167"/>
          <ac:spMkLst>
            <pc:docMk/>
            <pc:sldMk cId="0" sldId="266"/>
            <ac:spMk id="26" creationId="{AF061AAB-76E6-B9E2-16E6-0107BBABDFD9}"/>
          </ac:spMkLst>
        </pc:spChg>
      </pc:sldChg>
      <pc:sldChg chg="addSp delSp modSp mod modTransition setBg">
        <pc:chgData name="Zeyad Mahmoud" userId="2d09ed40316b890c" providerId="LiveId" clId="{8F180CF7-9B4A-4EF7-BD2C-806087B1E91F}" dt="2026-09-09T14:31:59.476" v="117" actId="1076"/>
        <pc:sldMkLst>
          <pc:docMk/>
          <pc:sldMk cId="0" sldId="267"/>
        </pc:sldMkLst>
        <pc:spChg chg="add del ord">
          <ac:chgData name="Zeyad Mahmoud" userId="2d09ed40316b890c" providerId="LiveId" clId="{8F180CF7-9B4A-4EF7-BD2C-806087B1E91F}" dt="2026-09-09T14:31:55.221" v="116" actId="478"/>
          <ac:spMkLst>
            <pc:docMk/>
            <pc:sldMk cId="0" sldId="267"/>
            <ac:spMk id="14" creationId="{A3D54F3C-9B81-D2A2-DDF9-8CF88497AB22}"/>
          </ac:spMkLst>
        </pc:spChg>
        <pc:spChg chg="add mod ord">
          <ac:chgData name="Zeyad Mahmoud" userId="2d09ed40316b890c" providerId="LiveId" clId="{8F180CF7-9B4A-4EF7-BD2C-806087B1E91F}" dt="2026-09-09T14:31:59.476" v="117" actId="1076"/>
          <ac:spMkLst>
            <pc:docMk/>
            <pc:sldMk cId="0" sldId="267"/>
            <ac:spMk id="15" creationId="{E1ABC6D9-2AF2-BBA0-A632-7CF7613D4B5A}"/>
          </ac:spMkLst>
        </pc:spChg>
      </pc:sldChg>
      <pc:sldChg chg="addSp delSp modSp mod modTransition setBg modClrScheme chgLayout">
        <pc:chgData name="Zeyad Mahmoud" userId="2d09ed40316b890c" providerId="LiveId" clId="{8F180CF7-9B4A-4EF7-BD2C-806087B1E91F}" dt="2026-09-09T14:31:16.760" v="112" actId="207"/>
        <pc:sldMkLst>
          <pc:docMk/>
          <pc:sldMk cId="0" sldId="268"/>
        </pc:sldMkLst>
        <pc:spChg chg="add del mod ord">
          <ac:chgData name="Zeyad Mahmoud" userId="2d09ed40316b890c" providerId="LiveId" clId="{8F180CF7-9B4A-4EF7-BD2C-806087B1E91F}" dt="2026-09-09T14:30:16.387" v="106" actId="700"/>
          <ac:spMkLst>
            <pc:docMk/>
            <pc:sldMk cId="0" sldId="268"/>
            <ac:spMk id="29" creationId="{11F40734-A5A2-B364-CC76-9ED7CDBF960C}"/>
          </ac:spMkLst>
        </pc:spChg>
        <pc:spChg chg="add mod ord">
          <ac:chgData name="Zeyad Mahmoud" userId="2d09ed40316b890c" providerId="LiveId" clId="{8F180CF7-9B4A-4EF7-BD2C-806087B1E91F}" dt="2026-09-09T14:31:16.760" v="112" actId="207"/>
          <ac:spMkLst>
            <pc:docMk/>
            <pc:sldMk cId="0" sldId="268"/>
            <ac:spMk id="30" creationId="{48A9EB0A-E178-8EDA-364D-9B20FBDD5042}"/>
          </ac:spMkLst>
        </pc:spChg>
        <pc:spChg chg="add del mod ord">
          <ac:chgData name="Zeyad Mahmoud" userId="2d09ed40316b890c" providerId="LiveId" clId="{8F180CF7-9B4A-4EF7-BD2C-806087B1E91F}" dt="2026-09-09T14:30:16.387" v="106" actId="700"/>
          <ac:spMkLst>
            <pc:docMk/>
            <pc:sldMk cId="0" sldId="268"/>
            <ac:spMk id="31" creationId="{740B14BE-9F6F-A612-2B59-F0B02235FE9D}"/>
          </ac:spMkLst>
        </pc:spChg>
      </pc:sldChg>
      <pc:sldChg chg="addSp delSp modSp add mod">
        <pc:chgData name="Zeyad Mahmoud" userId="2d09ed40316b890c" providerId="LiveId" clId="{8F180CF7-9B4A-4EF7-BD2C-806087B1E91F}" dt="2026-09-09T21:58:49.335" v="564"/>
        <pc:sldMkLst>
          <pc:docMk/>
          <pc:sldMk cId="2703388154" sldId="269"/>
        </pc:sldMkLst>
        <pc:spChg chg="add del mod">
          <ac:chgData name="Zeyad Mahmoud" userId="2d09ed40316b890c" providerId="LiveId" clId="{8F180CF7-9B4A-4EF7-BD2C-806087B1E91F}" dt="2026-09-09T14:35:38.679" v="162" actId="207"/>
          <ac:spMkLst>
            <pc:docMk/>
            <pc:sldMk cId="2703388154" sldId="269"/>
            <ac:spMk id="2" creationId="{386398FF-25FB-88BC-BE8B-DCABBBB16788}"/>
          </ac:spMkLst>
        </pc:spChg>
        <pc:spChg chg="mod">
          <ac:chgData name="Zeyad Mahmoud" userId="2d09ed40316b890c" providerId="LiveId" clId="{8F180CF7-9B4A-4EF7-BD2C-806087B1E91F}" dt="2026-09-09T21:58:49.335" v="564"/>
          <ac:spMkLst>
            <pc:docMk/>
            <pc:sldMk cId="2703388154" sldId="269"/>
            <ac:spMk id="4" creationId="{CDD062E8-ECC7-10FE-8B2C-8B22C40AE09A}"/>
          </ac:spMkLst>
        </pc:spChg>
      </pc:sldChg>
      <pc:sldChg chg="add del">
        <pc:chgData name="Zeyad Mahmoud" userId="2d09ed40316b890c" providerId="LiveId" clId="{8F180CF7-9B4A-4EF7-BD2C-806087B1E91F}" dt="2026-09-09T14:26:04.420" v="66"/>
        <pc:sldMkLst>
          <pc:docMk/>
          <pc:sldMk cId="329056805" sldId="270"/>
        </pc:sldMkLst>
      </pc:sldChg>
      <pc:sldChg chg="add del">
        <pc:chgData name="Zeyad Mahmoud" userId="2d09ed40316b890c" providerId="LiveId" clId="{8F180CF7-9B4A-4EF7-BD2C-806087B1E91F}" dt="2026-09-09T14:26:11.128" v="68"/>
        <pc:sldMkLst>
          <pc:docMk/>
          <pc:sldMk cId="658761947" sldId="270"/>
        </pc:sldMkLst>
      </pc:sldChg>
      <pc:sldChg chg="new del">
        <pc:chgData name="Zeyad Mahmoud" userId="2d09ed40316b890c" providerId="LiveId" clId="{8F180CF7-9B4A-4EF7-BD2C-806087B1E91F}" dt="2026-09-09T14:28:11.259" v="87" actId="680"/>
        <pc:sldMkLst>
          <pc:docMk/>
          <pc:sldMk cId="720828248" sldId="270"/>
        </pc:sldMkLst>
      </pc:sldChg>
      <pc:sldChg chg="addSp modSp add del mod">
        <pc:chgData name="Zeyad Mahmoud" userId="2d09ed40316b890c" providerId="LiveId" clId="{8F180CF7-9B4A-4EF7-BD2C-806087B1E91F}" dt="2026-09-09T14:45:24.370" v="304" actId="47"/>
        <pc:sldMkLst>
          <pc:docMk/>
          <pc:sldMk cId="827633236" sldId="270"/>
        </pc:sldMkLst>
        <pc:spChg chg="add mod ord">
          <ac:chgData name="Zeyad Mahmoud" userId="2d09ed40316b890c" providerId="LiveId" clId="{8F180CF7-9B4A-4EF7-BD2C-806087B1E91F}" dt="2026-09-09T14:37:25.938" v="196" actId="14100"/>
          <ac:spMkLst>
            <pc:docMk/>
            <pc:sldMk cId="827633236" sldId="270"/>
            <ac:spMk id="24" creationId="{16395A2E-AB84-D65A-A347-EEFF66D96C6F}"/>
          </ac:spMkLst>
        </pc:spChg>
      </pc:sldChg>
      <pc:sldChg chg="add del">
        <pc:chgData name="Zeyad Mahmoud" userId="2d09ed40316b890c" providerId="LiveId" clId="{8F180CF7-9B4A-4EF7-BD2C-806087B1E91F}" dt="2026-09-09T14:28:17.244" v="89"/>
        <pc:sldMkLst>
          <pc:docMk/>
          <pc:sldMk cId="838556286" sldId="270"/>
        </pc:sldMkLst>
      </pc:sldChg>
      <pc:sldChg chg="new del">
        <pc:chgData name="Zeyad Mahmoud" userId="2d09ed40316b890c" providerId="LiveId" clId="{8F180CF7-9B4A-4EF7-BD2C-806087B1E91F}" dt="2026-09-09T14:29:11.233" v="97" actId="680"/>
        <pc:sldMkLst>
          <pc:docMk/>
          <pc:sldMk cId="1058424073" sldId="270"/>
        </pc:sldMkLst>
      </pc:sldChg>
      <pc:sldChg chg="addSp modSp add del mod">
        <pc:chgData name="Zeyad Mahmoud" userId="2d09ed40316b890c" providerId="LiveId" clId="{8F180CF7-9B4A-4EF7-BD2C-806087B1E91F}" dt="2026-09-09T14:26:31.430" v="74"/>
        <pc:sldMkLst>
          <pc:docMk/>
          <pc:sldMk cId="1063677978" sldId="270"/>
        </pc:sldMkLst>
        <pc:spChg chg="add mod">
          <ac:chgData name="Zeyad Mahmoud" userId="2d09ed40316b890c" providerId="LiveId" clId="{8F180CF7-9B4A-4EF7-BD2C-806087B1E91F}" dt="2026-09-09T14:26:30.956" v="73" actId="767"/>
          <ac:spMkLst>
            <pc:docMk/>
            <pc:sldMk cId="1063677978" sldId="270"/>
            <ac:spMk id="23" creationId="{26F43E8C-8DD5-FCCD-8D84-20CAFEEEEFE3}"/>
          </ac:spMkLst>
        </pc:spChg>
      </pc:sldChg>
      <pc:sldChg chg="new del">
        <pc:chgData name="Zeyad Mahmoud" userId="2d09ed40316b890c" providerId="LiveId" clId="{8F180CF7-9B4A-4EF7-BD2C-806087B1E91F}" dt="2026-09-09T14:25:34.835" v="62" actId="680"/>
        <pc:sldMkLst>
          <pc:docMk/>
          <pc:sldMk cId="1411752943" sldId="270"/>
        </pc:sldMkLst>
      </pc:sldChg>
      <pc:sldChg chg="addSp modSp new del mod">
        <pc:chgData name="Zeyad Mahmoud" userId="2d09ed40316b890c" providerId="LiveId" clId="{8F180CF7-9B4A-4EF7-BD2C-806087B1E91F}" dt="2026-09-09T21:47:19.253" v="536" actId="47"/>
        <pc:sldMkLst>
          <pc:docMk/>
          <pc:sldMk cId="1535831991" sldId="270"/>
        </pc:sldMkLst>
        <pc:picChg chg="add mod">
          <ac:chgData name="Zeyad Mahmoud" userId="2d09ed40316b890c" providerId="LiveId" clId="{8F180CF7-9B4A-4EF7-BD2C-806087B1E91F}" dt="2026-09-09T14:46:07.120" v="342" actId="14100"/>
          <ac:picMkLst>
            <pc:docMk/>
            <pc:sldMk cId="1535831991" sldId="270"/>
            <ac:picMk id="3" creationId="{108C4ECB-BB7C-3847-0665-9FB1C59CB765}"/>
          </ac:picMkLst>
        </pc:picChg>
      </pc:sldChg>
      <pc:sldChg chg="addSp delSp modSp new del mod">
        <pc:chgData name="Zeyad Mahmoud" userId="2d09ed40316b890c" providerId="LiveId" clId="{8F180CF7-9B4A-4EF7-BD2C-806087B1E91F}" dt="2026-09-09T14:34:45.945" v="157" actId="47"/>
        <pc:sldMkLst>
          <pc:docMk/>
          <pc:sldMk cId="2006522124" sldId="270"/>
        </pc:sldMkLst>
        <pc:spChg chg="add del mod">
          <ac:chgData name="Zeyad Mahmoud" userId="2d09ed40316b890c" providerId="LiveId" clId="{8F180CF7-9B4A-4EF7-BD2C-806087B1E91F}" dt="2026-09-09T14:30:39.774" v="110"/>
          <ac:spMkLst>
            <pc:docMk/>
            <pc:sldMk cId="2006522124" sldId="270"/>
            <ac:spMk id="2" creationId="{B0A75A75-4677-C4BC-4CA0-9C87E147AC09}"/>
          </ac:spMkLst>
        </pc:spChg>
        <pc:spChg chg="add del mod">
          <ac:chgData name="Zeyad Mahmoud" userId="2d09ed40316b890c" providerId="LiveId" clId="{8F180CF7-9B4A-4EF7-BD2C-806087B1E91F}" dt="2026-09-09T14:34:16.741" v="153"/>
          <ac:spMkLst>
            <pc:docMk/>
            <pc:sldMk cId="2006522124" sldId="270"/>
            <ac:spMk id="3" creationId="{192D4C68-9B74-0C62-7140-46683B606689}"/>
          </ac:spMkLst>
        </pc:spChg>
        <pc:spChg chg="add del mod">
          <ac:chgData name="Zeyad Mahmoud" userId="2d09ed40316b890c" providerId="LiveId" clId="{8F180CF7-9B4A-4EF7-BD2C-806087B1E91F}" dt="2026-09-09T14:34:27.475" v="156"/>
          <ac:spMkLst>
            <pc:docMk/>
            <pc:sldMk cId="2006522124" sldId="270"/>
            <ac:spMk id="4" creationId="{CE73C39F-35B7-B654-4404-81DBDAFE607B}"/>
          </ac:spMkLst>
        </pc:spChg>
      </pc:sldChg>
      <pc:sldChg chg="add del">
        <pc:chgData name="Zeyad Mahmoud" userId="2d09ed40316b890c" providerId="LiveId" clId="{8F180CF7-9B4A-4EF7-BD2C-806087B1E91F}" dt="2026-09-09T14:26:44.013" v="78"/>
        <pc:sldMkLst>
          <pc:docMk/>
          <pc:sldMk cId="2699037981" sldId="270"/>
        </pc:sldMkLst>
      </pc:sldChg>
      <pc:sldChg chg="addSp delSp add del mod">
        <pc:chgData name="Zeyad Mahmoud" userId="2d09ed40316b890c" providerId="LiveId" clId="{8F180CF7-9B4A-4EF7-BD2C-806087B1E91F}" dt="2026-09-09T03:41:10.068" v="49"/>
        <pc:sldMkLst>
          <pc:docMk/>
          <pc:sldMk cId="3388189974" sldId="270"/>
        </pc:sldMkLst>
        <pc:spChg chg="add del">
          <ac:chgData name="Zeyad Mahmoud" userId="2d09ed40316b890c" providerId="LiveId" clId="{8F180CF7-9B4A-4EF7-BD2C-806087B1E91F}" dt="2026-09-09T03:41:09.593" v="48" actId="478"/>
          <ac:spMkLst>
            <pc:docMk/>
            <pc:sldMk cId="3388189974" sldId="270"/>
            <ac:spMk id="2" creationId="{386398FF-25FB-88BC-BE8B-DCABBBB16788}"/>
          </ac:spMkLst>
        </pc:spChg>
      </pc:sldChg>
      <pc:sldChg chg="addSp modSp new del mod">
        <pc:chgData name="Zeyad Mahmoud" userId="2d09ed40316b890c" providerId="LiveId" clId="{8F180CF7-9B4A-4EF7-BD2C-806087B1E91F}" dt="2026-09-09T21:47:27.495" v="537" actId="47"/>
        <pc:sldMkLst>
          <pc:docMk/>
          <pc:sldMk cId="352822411" sldId="271"/>
        </pc:sldMkLst>
        <pc:picChg chg="add mod">
          <ac:chgData name="Zeyad Mahmoud" userId="2d09ed40316b890c" providerId="LiveId" clId="{8F180CF7-9B4A-4EF7-BD2C-806087B1E91F}" dt="2026-09-09T14:47:06.452" v="350" actId="14100"/>
          <ac:picMkLst>
            <pc:docMk/>
            <pc:sldMk cId="352822411" sldId="271"/>
            <ac:picMk id="3" creationId="{19BA9C48-602B-9ECC-095D-4C16193C8523}"/>
          </ac:picMkLst>
        </pc:picChg>
      </pc:sldChg>
      <pc:sldChg chg="add del">
        <pc:chgData name="Zeyad Mahmoud" userId="2d09ed40316b890c" providerId="LiveId" clId="{8F180CF7-9B4A-4EF7-BD2C-806087B1E91F}" dt="2026-09-09T14:26:43.565" v="77"/>
        <pc:sldMkLst>
          <pc:docMk/>
          <pc:sldMk cId="456798678" sldId="271"/>
        </pc:sldMkLst>
      </pc:sldChg>
      <pc:sldChg chg="addSp modSp add del mod">
        <pc:chgData name="Zeyad Mahmoud" userId="2d09ed40316b890c" providerId="LiveId" clId="{8F180CF7-9B4A-4EF7-BD2C-806087B1E91F}" dt="2026-09-09T14:45:24.818" v="305" actId="47"/>
        <pc:sldMkLst>
          <pc:docMk/>
          <pc:sldMk cId="1707472830" sldId="271"/>
        </pc:sldMkLst>
        <pc:spChg chg="add mod ord">
          <ac:chgData name="Zeyad Mahmoud" userId="2d09ed40316b890c" providerId="LiveId" clId="{8F180CF7-9B4A-4EF7-BD2C-806087B1E91F}" dt="2026-09-09T14:37:35.250" v="199" actId="1036"/>
          <ac:spMkLst>
            <pc:docMk/>
            <pc:sldMk cId="1707472830" sldId="271"/>
            <ac:spMk id="13" creationId="{5DAF78EC-A178-5739-8B9C-5DD1450BC960}"/>
          </ac:spMkLst>
        </pc:spChg>
      </pc:sldChg>
      <pc:sldChg chg="add del">
        <pc:chgData name="Zeyad Mahmoud" userId="2d09ed40316b890c" providerId="LiveId" clId="{8F180CF7-9B4A-4EF7-BD2C-806087B1E91F}" dt="2026-09-09T14:26:03.487" v="65"/>
        <pc:sldMkLst>
          <pc:docMk/>
          <pc:sldMk cId="3874453654" sldId="271"/>
        </pc:sldMkLst>
      </pc:sldChg>
      <pc:sldChg chg="addSp modSp new del mod">
        <pc:chgData name="Zeyad Mahmoud" userId="2d09ed40316b890c" providerId="LiveId" clId="{8F180CF7-9B4A-4EF7-BD2C-806087B1E91F}" dt="2026-09-09T21:47:33.679" v="538" actId="47"/>
        <pc:sldMkLst>
          <pc:docMk/>
          <pc:sldMk cId="3919808297" sldId="272"/>
        </pc:sldMkLst>
        <pc:picChg chg="add mod">
          <ac:chgData name="Zeyad Mahmoud" userId="2d09ed40316b890c" providerId="LiveId" clId="{8F180CF7-9B4A-4EF7-BD2C-806087B1E91F}" dt="2026-09-09T14:47:34.003" v="357" actId="14100"/>
          <ac:picMkLst>
            <pc:docMk/>
            <pc:sldMk cId="3919808297" sldId="272"/>
            <ac:picMk id="3" creationId="{6A6D1850-198C-791B-0D5A-C520E7DAA427}"/>
          </ac:picMkLst>
        </pc:picChg>
      </pc:sldChg>
      <pc:sldChg chg="addSp delSp modSp add del mod">
        <pc:chgData name="Zeyad Mahmoud" userId="2d09ed40316b890c" providerId="LiveId" clId="{8F180CF7-9B4A-4EF7-BD2C-806087B1E91F}" dt="2026-09-09T14:45:25.125" v="306" actId="47"/>
        <pc:sldMkLst>
          <pc:docMk/>
          <pc:sldMk cId="4073573137" sldId="272"/>
        </pc:sldMkLst>
        <pc:spChg chg="add del mod">
          <ac:chgData name="Zeyad Mahmoud" userId="2d09ed40316b890c" providerId="LiveId" clId="{8F180CF7-9B4A-4EF7-BD2C-806087B1E91F}" dt="2026-09-09T14:37:46.681" v="205"/>
          <ac:spMkLst>
            <pc:docMk/>
            <pc:sldMk cId="4073573137" sldId="272"/>
            <ac:spMk id="13" creationId="{57F1B227-1058-AA1A-0D18-3349DFE2088B}"/>
          </ac:spMkLst>
        </pc:spChg>
        <pc:spChg chg="add mod ord">
          <ac:chgData name="Zeyad Mahmoud" userId="2d09ed40316b890c" providerId="LiveId" clId="{8F180CF7-9B4A-4EF7-BD2C-806087B1E91F}" dt="2026-09-09T14:37:45.071" v="203" actId="1036"/>
          <ac:spMkLst>
            <pc:docMk/>
            <pc:sldMk cId="4073573137" sldId="272"/>
            <ac:spMk id="15" creationId="{DF3A6AC4-6D22-EB8D-6685-487B456BA321}"/>
          </ac:spMkLst>
        </pc:spChg>
      </pc:sldChg>
      <pc:sldChg chg="addSp modSp add del mod">
        <pc:chgData name="Zeyad Mahmoud" userId="2d09ed40316b890c" providerId="LiveId" clId="{8F180CF7-9B4A-4EF7-BD2C-806087B1E91F}" dt="2026-09-09T14:45:25.431" v="307" actId="47"/>
        <pc:sldMkLst>
          <pc:docMk/>
          <pc:sldMk cId="3612103233" sldId="273"/>
        </pc:sldMkLst>
        <pc:spChg chg="add ord">
          <ac:chgData name="Zeyad Mahmoud" userId="2d09ed40316b890c" providerId="LiveId" clId="{8F180CF7-9B4A-4EF7-BD2C-806087B1E91F}" dt="2026-09-09T14:37:54.991" v="207" actId="167"/>
          <ac:spMkLst>
            <pc:docMk/>
            <pc:sldMk cId="3612103233" sldId="273"/>
            <ac:spMk id="25" creationId="{435C5ABE-A3AC-3A5F-0E65-EF082DC60D84}"/>
          </ac:spMkLst>
        </pc:spChg>
      </pc:sldChg>
      <pc:sldChg chg="addSp modSp new mod ord">
        <pc:chgData name="Zeyad Mahmoud" userId="2d09ed40316b890c" providerId="LiveId" clId="{8F180CF7-9B4A-4EF7-BD2C-806087B1E91F}" dt="2026-09-09T21:57:47.501" v="561"/>
        <pc:sldMkLst>
          <pc:docMk/>
          <pc:sldMk cId="3879012865" sldId="273"/>
        </pc:sldMkLst>
        <pc:picChg chg="add mod">
          <ac:chgData name="Zeyad Mahmoud" userId="2d09ed40316b890c" providerId="LiveId" clId="{8F180CF7-9B4A-4EF7-BD2C-806087B1E91F}" dt="2026-09-09T14:48:30.343" v="364" actId="14100"/>
          <ac:picMkLst>
            <pc:docMk/>
            <pc:sldMk cId="3879012865" sldId="273"/>
            <ac:picMk id="3" creationId="{DC77F879-0EC9-240C-633F-9F4786D0167B}"/>
          </ac:picMkLst>
        </pc:picChg>
      </pc:sldChg>
      <pc:sldChg chg="addSp modSp new del mod">
        <pc:chgData name="Zeyad Mahmoud" userId="2d09ed40316b890c" providerId="LiveId" clId="{8F180CF7-9B4A-4EF7-BD2C-806087B1E91F}" dt="2026-09-09T21:48:43.842" v="539" actId="47"/>
        <pc:sldMkLst>
          <pc:docMk/>
          <pc:sldMk cId="1708925358" sldId="274"/>
        </pc:sldMkLst>
        <pc:picChg chg="add mod">
          <ac:chgData name="Zeyad Mahmoud" userId="2d09ed40316b890c" providerId="LiveId" clId="{8F180CF7-9B4A-4EF7-BD2C-806087B1E91F}" dt="2026-09-09T14:48:48.368" v="371" actId="14100"/>
          <ac:picMkLst>
            <pc:docMk/>
            <pc:sldMk cId="1708925358" sldId="274"/>
            <ac:picMk id="3" creationId="{3F9A972A-B4BC-BD2A-2CF1-CF3F1DC8AA29}"/>
          </ac:picMkLst>
        </pc:picChg>
      </pc:sldChg>
      <pc:sldChg chg="addSp modSp add del mod">
        <pc:chgData name="Zeyad Mahmoud" userId="2d09ed40316b890c" providerId="LiveId" clId="{8F180CF7-9B4A-4EF7-BD2C-806087B1E91F}" dt="2026-09-09T14:45:25.716" v="308" actId="47"/>
        <pc:sldMkLst>
          <pc:docMk/>
          <pc:sldMk cId="3501669278" sldId="274"/>
        </pc:sldMkLst>
        <pc:spChg chg="add ord">
          <ac:chgData name="Zeyad Mahmoud" userId="2d09ed40316b890c" providerId="LiveId" clId="{8F180CF7-9B4A-4EF7-BD2C-806087B1E91F}" dt="2026-09-09T14:38:01.424" v="209" actId="167"/>
          <ac:spMkLst>
            <pc:docMk/>
            <pc:sldMk cId="3501669278" sldId="274"/>
            <ac:spMk id="24" creationId="{EF93CE87-3BA3-DB34-DBE3-5A2931ACEEC4}"/>
          </ac:spMkLst>
        </pc:spChg>
      </pc:sldChg>
      <pc:sldChg chg="addSp modSp add del mod">
        <pc:chgData name="Zeyad Mahmoud" userId="2d09ed40316b890c" providerId="LiveId" clId="{8F180CF7-9B4A-4EF7-BD2C-806087B1E91F}" dt="2026-09-09T14:45:26.006" v="309" actId="47"/>
        <pc:sldMkLst>
          <pc:docMk/>
          <pc:sldMk cId="3839270535" sldId="275"/>
        </pc:sldMkLst>
        <pc:spChg chg="add ord">
          <ac:chgData name="Zeyad Mahmoud" userId="2d09ed40316b890c" providerId="LiveId" clId="{8F180CF7-9B4A-4EF7-BD2C-806087B1E91F}" dt="2026-09-09T14:38:09.142" v="211" actId="167"/>
          <ac:spMkLst>
            <pc:docMk/>
            <pc:sldMk cId="3839270535" sldId="275"/>
            <ac:spMk id="22" creationId="{407C13CB-E8DA-9E06-685E-63D977052CC2}"/>
          </ac:spMkLst>
        </pc:spChg>
      </pc:sldChg>
      <pc:sldChg chg="addSp modSp new del mod">
        <pc:chgData name="Zeyad Mahmoud" userId="2d09ed40316b890c" providerId="LiveId" clId="{8F180CF7-9B4A-4EF7-BD2C-806087B1E91F}" dt="2026-09-09T21:49:32.163" v="547" actId="47"/>
        <pc:sldMkLst>
          <pc:docMk/>
          <pc:sldMk cId="4162098973" sldId="275"/>
        </pc:sldMkLst>
        <pc:picChg chg="add mod">
          <ac:chgData name="Zeyad Mahmoud" userId="2d09ed40316b890c" providerId="LiveId" clId="{8F180CF7-9B4A-4EF7-BD2C-806087B1E91F}" dt="2026-09-09T14:49:03.082" v="378" actId="14100"/>
          <ac:picMkLst>
            <pc:docMk/>
            <pc:sldMk cId="4162098973" sldId="275"/>
            <ac:picMk id="3" creationId="{0782D476-52E1-30CC-91F8-E58CFE0D8A1F}"/>
          </ac:picMkLst>
        </pc:picChg>
      </pc:sldChg>
      <pc:sldChg chg="addSp modSp add del mod">
        <pc:chgData name="Zeyad Mahmoud" userId="2d09ed40316b890c" providerId="LiveId" clId="{8F180CF7-9B4A-4EF7-BD2C-806087B1E91F}" dt="2026-09-09T14:45:26.265" v="310" actId="47"/>
        <pc:sldMkLst>
          <pc:docMk/>
          <pc:sldMk cId="2710521156" sldId="276"/>
        </pc:sldMkLst>
        <pc:spChg chg="add ord">
          <ac:chgData name="Zeyad Mahmoud" userId="2d09ed40316b890c" providerId="LiveId" clId="{8F180CF7-9B4A-4EF7-BD2C-806087B1E91F}" dt="2026-09-09T14:38:14.570" v="213" actId="167"/>
          <ac:spMkLst>
            <pc:docMk/>
            <pc:sldMk cId="2710521156" sldId="276"/>
            <ac:spMk id="14" creationId="{37D84600-8EBE-0F16-3CF8-876ECFDA9D44}"/>
          </ac:spMkLst>
        </pc:spChg>
      </pc:sldChg>
      <pc:sldChg chg="addSp modSp new del mod">
        <pc:chgData name="Zeyad Mahmoud" userId="2d09ed40316b890c" providerId="LiveId" clId="{8F180CF7-9B4A-4EF7-BD2C-806087B1E91F}" dt="2026-09-09T21:49:05.640" v="540" actId="47"/>
        <pc:sldMkLst>
          <pc:docMk/>
          <pc:sldMk cId="3417391272" sldId="276"/>
        </pc:sldMkLst>
        <pc:picChg chg="add mod">
          <ac:chgData name="Zeyad Mahmoud" userId="2d09ed40316b890c" providerId="LiveId" clId="{8F180CF7-9B4A-4EF7-BD2C-806087B1E91F}" dt="2026-09-09T14:49:19.799" v="385" actId="14100"/>
          <ac:picMkLst>
            <pc:docMk/>
            <pc:sldMk cId="3417391272" sldId="276"/>
            <ac:picMk id="3" creationId="{CE6E970D-70AB-BAB6-9DEB-4518AA178BB9}"/>
          </ac:picMkLst>
        </pc:picChg>
      </pc:sldChg>
      <pc:sldChg chg="addSp modSp new del mod">
        <pc:chgData name="Zeyad Mahmoud" userId="2d09ed40316b890c" providerId="LiveId" clId="{8F180CF7-9B4A-4EF7-BD2C-806087B1E91F}" dt="2026-09-09T21:49:11.502" v="541" actId="47"/>
        <pc:sldMkLst>
          <pc:docMk/>
          <pc:sldMk cId="2159710108" sldId="277"/>
        </pc:sldMkLst>
        <pc:picChg chg="add mod">
          <ac:chgData name="Zeyad Mahmoud" userId="2d09ed40316b890c" providerId="LiveId" clId="{8F180CF7-9B4A-4EF7-BD2C-806087B1E91F}" dt="2026-09-09T14:52:30.255" v="461" actId="14100"/>
          <ac:picMkLst>
            <pc:docMk/>
            <pc:sldMk cId="2159710108" sldId="277"/>
            <ac:picMk id="3" creationId="{B87F34D7-9F86-F1B3-BD7D-9FE61CD4ADFC}"/>
          </ac:picMkLst>
        </pc:picChg>
      </pc:sldChg>
      <pc:sldChg chg="addSp modSp add del mod">
        <pc:chgData name="Zeyad Mahmoud" userId="2d09ed40316b890c" providerId="LiveId" clId="{8F180CF7-9B4A-4EF7-BD2C-806087B1E91F}" dt="2026-09-09T14:45:26.532" v="311" actId="47"/>
        <pc:sldMkLst>
          <pc:docMk/>
          <pc:sldMk cId="3842052596" sldId="277"/>
        </pc:sldMkLst>
        <pc:spChg chg="add ord">
          <ac:chgData name="Zeyad Mahmoud" userId="2d09ed40316b890c" providerId="LiveId" clId="{8F180CF7-9B4A-4EF7-BD2C-806087B1E91F}" dt="2026-09-09T14:38:20.401" v="215" actId="167"/>
          <ac:spMkLst>
            <pc:docMk/>
            <pc:sldMk cId="3842052596" sldId="277"/>
            <ac:spMk id="15" creationId="{D1D4B742-9CF8-9DFC-640F-4A7E8789B099}"/>
          </ac:spMkLst>
        </pc:spChg>
      </pc:sldChg>
      <pc:sldChg chg="addSp modSp add del mod">
        <pc:chgData name="Zeyad Mahmoud" userId="2d09ed40316b890c" providerId="LiveId" clId="{8F180CF7-9B4A-4EF7-BD2C-806087B1E91F}" dt="2026-09-09T14:45:26.785" v="312" actId="47"/>
        <pc:sldMkLst>
          <pc:docMk/>
          <pc:sldMk cId="257248133" sldId="278"/>
        </pc:sldMkLst>
        <pc:spChg chg="add ord">
          <ac:chgData name="Zeyad Mahmoud" userId="2d09ed40316b890c" providerId="LiveId" clId="{8F180CF7-9B4A-4EF7-BD2C-806087B1E91F}" dt="2026-09-09T14:38:25.983" v="217" actId="167"/>
          <ac:spMkLst>
            <pc:docMk/>
            <pc:sldMk cId="257248133" sldId="278"/>
            <ac:spMk id="14" creationId="{E11A65AF-5AC2-6D18-C0DE-6588F26392D8}"/>
          </ac:spMkLst>
        </pc:spChg>
      </pc:sldChg>
      <pc:sldChg chg="addSp modSp new del mod">
        <pc:chgData name="Zeyad Mahmoud" userId="2d09ed40316b890c" providerId="LiveId" clId="{8F180CF7-9B4A-4EF7-BD2C-806087B1E91F}" dt="2026-09-09T21:49:12.962" v="542" actId="47"/>
        <pc:sldMkLst>
          <pc:docMk/>
          <pc:sldMk cId="2773756054" sldId="278"/>
        </pc:sldMkLst>
        <pc:picChg chg="add mod">
          <ac:chgData name="Zeyad Mahmoud" userId="2d09ed40316b890c" providerId="LiveId" clId="{8F180CF7-9B4A-4EF7-BD2C-806087B1E91F}" dt="2026-09-09T14:52:51.776" v="466" actId="14100"/>
          <ac:picMkLst>
            <pc:docMk/>
            <pc:sldMk cId="2773756054" sldId="278"/>
            <ac:picMk id="3" creationId="{E06D0EB9-5B63-42E5-86CA-DA5431DEFBEA}"/>
          </ac:picMkLst>
        </pc:picChg>
      </pc:sldChg>
      <pc:sldChg chg="addSp modSp new del mod">
        <pc:chgData name="Zeyad Mahmoud" userId="2d09ed40316b890c" providerId="LiveId" clId="{8F180CF7-9B4A-4EF7-BD2C-806087B1E91F}" dt="2026-09-09T21:49:14.216" v="543" actId="47"/>
        <pc:sldMkLst>
          <pc:docMk/>
          <pc:sldMk cId="2053015881" sldId="279"/>
        </pc:sldMkLst>
        <pc:picChg chg="add mod">
          <ac:chgData name="Zeyad Mahmoud" userId="2d09ed40316b890c" providerId="LiveId" clId="{8F180CF7-9B4A-4EF7-BD2C-806087B1E91F}" dt="2026-09-09T14:53:10.664" v="472" actId="14100"/>
          <ac:picMkLst>
            <pc:docMk/>
            <pc:sldMk cId="2053015881" sldId="279"/>
            <ac:picMk id="3" creationId="{B3B1F778-AC02-38EC-9735-B04F85B7214A}"/>
          </ac:picMkLst>
        </pc:picChg>
      </pc:sldChg>
      <pc:sldChg chg="addSp modSp add del mod">
        <pc:chgData name="Zeyad Mahmoud" userId="2d09ed40316b890c" providerId="LiveId" clId="{8F180CF7-9B4A-4EF7-BD2C-806087B1E91F}" dt="2026-09-09T14:45:27.041" v="313" actId="47"/>
        <pc:sldMkLst>
          <pc:docMk/>
          <pc:sldMk cId="3897700369" sldId="279"/>
        </pc:sldMkLst>
        <pc:spChg chg="add ord">
          <ac:chgData name="Zeyad Mahmoud" userId="2d09ed40316b890c" providerId="LiveId" clId="{8F180CF7-9B4A-4EF7-BD2C-806087B1E91F}" dt="2026-09-09T14:38:36.189" v="219" actId="167"/>
          <ac:spMkLst>
            <pc:docMk/>
            <pc:sldMk cId="3897700369" sldId="279"/>
            <ac:spMk id="14" creationId="{AE775C06-3996-0A86-9EFF-03E86E244CAF}"/>
          </ac:spMkLst>
        </pc:spChg>
      </pc:sldChg>
      <pc:sldChg chg="addSp modSp new del mod">
        <pc:chgData name="Zeyad Mahmoud" userId="2d09ed40316b890c" providerId="LiveId" clId="{8F180CF7-9B4A-4EF7-BD2C-806087B1E91F}" dt="2026-09-09T21:49:15.073" v="544" actId="47"/>
        <pc:sldMkLst>
          <pc:docMk/>
          <pc:sldMk cId="1941511551" sldId="280"/>
        </pc:sldMkLst>
        <pc:picChg chg="add mod">
          <ac:chgData name="Zeyad Mahmoud" userId="2d09ed40316b890c" providerId="LiveId" clId="{8F180CF7-9B4A-4EF7-BD2C-806087B1E91F}" dt="2026-09-09T14:53:23.096" v="476" actId="14100"/>
          <ac:picMkLst>
            <pc:docMk/>
            <pc:sldMk cId="1941511551" sldId="280"/>
            <ac:picMk id="3" creationId="{C508FFEF-FC14-DDB2-5828-C1B0999ABB98}"/>
          </ac:picMkLst>
        </pc:picChg>
      </pc:sldChg>
      <pc:sldChg chg="addSp modSp add del mod">
        <pc:chgData name="Zeyad Mahmoud" userId="2d09ed40316b890c" providerId="LiveId" clId="{8F180CF7-9B4A-4EF7-BD2C-806087B1E91F}" dt="2026-09-09T14:45:27.315" v="314" actId="47"/>
        <pc:sldMkLst>
          <pc:docMk/>
          <pc:sldMk cId="3344176117" sldId="280"/>
        </pc:sldMkLst>
        <pc:spChg chg="add ord">
          <ac:chgData name="Zeyad Mahmoud" userId="2d09ed40316b890c" providerId="LiveId" clId="{8F180CF7-9B4A-4EF7-BD2C-806087B1E91F}" dt="2026-09-09T14:38:44.010" v="221" actId="167"/>
          <ac:spMkLst>
            <pc:docMk/>
            <pc:sldMk cId="3344176117" sldId="280"/>
            <ac:spMk id="22" creationId="{EC7B15D5-14FE-ED60-30A3-11B6A16A0030}"/>
          </ac:spMkLst>
        </pc:spChg>
      </pc:sldChg>
      <pc:sldChg chg="addSp modSp add del mod">
        <pc:chgData name="Zeyad Mahmoud" userId="2d09ed40316b890c" providerId="LiveId" clId="{8F180CF7-9B4A-4EF7-BD2C-806087B1E91F}" dt="2026-09-09T14:45:27.582" v="315" actId="47"/>
        <pc:sldMkLst>
          <pc:docMk/>
          <pc:sldMk cId="1065840261" sldId="281"/>
        </pc:sldMkLst>
        <pc:spChg chg="add ord">
          <ac:chgData name="Zeyad Mahmoud" userId="2d09ed40316b890c" providerId="LiveId" clId="{8F180CF7-9B4A-4EF7-BD2C-806087B1E91F}" dt="2026-09-09T14:38:49.299" v="223" actId="167"/>
          <ac:spMkLst>
            <pc:docMk/>
            <pc:sldMk cId="1065840261" sldId="281"/>
            <ac:spMk id="17" creationId="{9B77FB89-285C-B920-2381-11AAC84382EF}"/>
          </ac:spMkLst>
        </pc:spChg>
      </pc:sldChg>
      <pc:sldChg chg="addSp modSp new del mod">
        <pc:chgData name="Zeyad Mahmoud" userId="2d09ed40316b890c" providerId="LiveId" clId="{8F180CF7-9B4A-4EF7-BD2C-806087B1E91F}" dt="2026-09-09T21:49:16.865" v="545" actId="47"/>
        <pc:sldMkLst>
          <pc:docMk/>
          <pc:sldMk cId="2963320219" sldId="281"/>
        </pc:sldMkLst>
        <pc:picChg chg="add mod">
          <ac:chgData name="Zeyad Mahmoud" userId="2d09ed40316b890c" providerId="LiveId" clId="{8F180CF7-9B4A-4EF7-BD2C-806087B1E91F}" dt="2026-09-09T14:53:31.653" v="479" actId="14100"/>
          <ac:picMkLst>
            <pc:docMk/>
            <pc:sldMk cId="2963320219" sldId="281"/>
            <ac:picMk id="3" creationId="{6AA9FA6B-FB20-4CCA-194D-BDEA66FD0F83}"/>
          </ac:picMkLst>
        </pc:picChg>
      </pc:sldChg>
      <pc:sldChg chg="addSp modSp add del mod">
        <pc:chgData name="Zeyad Mahmoud" userId="2d09ed40316b890c" providerId="LiveId" clId="{8F180CF7-9B4A-4EF7-BD2C-806087B1E91F}" dt="2026-09-09T14:45:27.819" v="316" actId="47"/>
        <pc:sldMkLst>
          <pc:docMk/>
          <pc:sldMk cId="3419651323" sldId="282"/>
        </pc:sldMkLst>
        <pc:spChg chg="add mod ord">
          <ac:chgData name="Zeyad Mahmoud" userId="2d09ed40316b890c" providerId="LiveId" clId="{8F180CF7-9B4A-4EF7-BD2C-806087B1E91F}" dt="2026-09-09T14:39:00.683" v="229" actId="1038"/>
          <ac:spMkLst>
            <pc:docMk/>
            <pc:sldMk cId="3419651323" sldId="282"/>
            <ac:spMk id="11" creationId="{E906EF1B-1AA8-2514-B4EA-958A0DD9EB47}"/>
          </ac:spMkLst>
        </pc:spChg>
        <pc:graphicFrameChg chg="modGraphic">
          <ac:chgData name="Zeyad Mahmoud" userId="2d09ed40316b890c" providerId="LiveId" clId="{8F180CF7-9B4A-4EF7-BD2C-806087B1E91F}" dt="2026-09-09T14:38:54.956" v="225" actId="2161"/>
          <ac:graphicFrameMkLst>
            <pc:docMk/>
            <pc:sldMk cId="3419651323" sldId="282"/>
            <ac:graphicFrameMk id="3" creationId="{00000000-0000-0000-0000-000000000000}"/>
          </ac:graphicFrameMkLst>
        </pc:graphicFrameChg>
      </pc:sldChg>
      <pc:sldChg chg="addSp modSp new del mod">
        <pc:chgData name="Zeyad Mahmoud" userId="2d09ed40316b890c" providerId="LiveId" clId="{8F180CF7-9B4A-4EF7-BD2C-806087B1E91F}" dt="2026-09-09T21:49:17.668" v="546" actId="47"/>
        <pc:sldMkLst>
          <pc:docMk/>
          <pc:sldMk cId="3829864492" sldId="282"/>
        </pc:sldMkLst>
        <pc:picChg chg="add mod">
          <ac:chgData name="Zeyad Mahmoud" userId="2d09ed40316b890c" providerId="LiveId" clId="{8F180CF7-9B4A-4EF7-BD2C-806087B1E91F}" dt="2026-09-09T14:53:41.267" v="482" actId="14100"/>
          <ac:picMkLst>
            <pc:docMk/>
            <pc:sldMk cId="3829864492" sldId="282"/>
            <ac:picMk id="3" creationId="{4BB87B14-F1E8-D20C-E92F-EC00D7F5682B}"/>
          </ac:picMkLst>
        </pc:picChg>
      </pc:sldChg>
      <pc:sldChg chg="addSp modSp add del mod">
        <pc:chgData name="Zeyad Mahmoud" userId="2d09ed40316b890c" providerId="LiveId" clId="{8F180CF7-9B4A-4EF7-BD2C-806087B1E91F}" dt="2026-09-09T14:45:28.072" v="317" actId="47"/>
        <pc:sldMkLst>
          <pc:docMk/>
          <pc:sldMk cId="1833618557" sldId="283"/>
        </pc:sldMkLst>
        <pc:spChg chg="add ord">
          <ac:chgData name="Zeyad Mahmoud" userId="2d09ed40316b890c" providerId="LiveId" clId="{8F180CF7-9B4A-4EF7-BD2C-806087B1E91F}" dt="2026-09-09T14:39:07.172" v="231" actId="167"/>
          <ac:spMkLst>
            <pc:docMk/>
            <pc:sldMk cId="1833618557" sldId="283"/>
            <ac:spMk id="17" creationId="{9E8087AF-D4F4-D72F-C11D-26A71C2C89C8}"/>
          </ac:spMkLst>
        </pc:spChg>
      </pc:sldChg>
      <pc:sldChg chg="addSp modSp new mod ord">
        <pc:chgData name="Zeyad Mahmoud" userId="2d09ed40316b890c" providerId="LiveId" clId="{8F180CF7-9B4A-4EF7-BD2C-806087B1E91F}" dt="2026-09-09T21:58:16.874" v="563"/>
        <pc:sldMkLst>
          <pc:docMk/>
          <pc:sldMk cId="2381626260" sldId="283"/>
        </pc:sldMkLst>
        <pc:picChg chg="add mod">
          <ac:chgData name="Zeyad Mahmoud" userId="2d09ed40316b890c" providerId="LiveId" clId="{8F180CF7-9B4A-4EF7-BD2C-806087B1E91F}" dt="2026-09-09T14:53:54.331" v="486" actId="14100"/>
          <ac:picMkLst>
            <pc:docMk/>
            <pc:sldMk cId="2381626260" sldId="283"/>
            <ac:picMk id="3" creationId="{5DF184C9-95F8-30DB-C24C-14F734842A8F}"/>
          </ac:picMkLst>
        </pc:picChg>
      </pc:sldChg>
      <pc:sldChg chg="addSp modSp new mod ord">
        <pc:chgData name="Zeyad Mahmoud" userId="2d09ed40316b890c" providerId="LiveId" clId="{8F180CF7-9B4A-4EF7-BD2C-806087B1E91F}" dt="2026-09-09T21:58:16.874" v="563"/>
        <pc:sldMkLst>
          <pc:docMk/>
          <pc:sldMk cId="119699419" sldId="284"/>
        </pc:sldMkLst>
        <pc:picChg chg="add mod">
          <ac:chgData name="Zeyad Mahmoud" userId="2d09ed40316b890c" providerId="LiveId" clId="{8F180CF7-9B4A-4EF7-BD2C-806087B1E91F}" dt="2026-09-09T14:54:04.144" v="489" actId="14100"/>
          <ac:picMkLst>
            <pc:docMk/>
            <pc:sldMk cId="119699419" sldId="284"/>
            <ac:picMk id="3" creationId="{94D76C56-34A4-7E36-B1BC-15A8E94991AE}"/>
          </ac:picMkLst>
        </pc:picChg>
      </pc:sldChg>
      <pc:sldChg chg="addSp modSp add del mod">
        <pc:chgData name="Zeyad Mahmoud" userId="2d09ed40316b890c" providerId="LiveId" clId="{8F180CF7-9B4A-4EF7-BD2C-806087B1E91F}" dt="2026-09-09T14:45:28.326" v="318" actId="47"/>
        <pc:sldMkLst>
          <pc:docMk/>
          <pc:sldMk cId="4126214228" sldId="284"/>
        </pc:sldMkLst>
        <pc:spChg chg="add ord">
          <ac:chgData name="Zeyad Mahmoud" userId="2d09ed40316b890c" providerId="LiveId" clId="{8F180CF7-9B4A-4EF7-BD2C-806087B1E91F}" dt="2026-09-09T14:39:18.389" v="233" actId="167"/>
          <ac:spMkLst>
            <pc:docMk/>
            <pc:sldMk cId="4126214228" sldId="284"/>
            <ac:spMk id="21" creationId="{52C9C736-42DC-EDDF-5EC1-58C734EB1F77}"/>
          </ac:spMkLst>
        </pc:spChg>
      </pc:sldChg>
      <pc:sldChg chg="addSp modSp add del mod">
        <pc:chgData name="Zeyad Mahmoud" userId="2d09ed40316b890c" providerId="LiveId" clId="{8F180CF7-9B4A-4EF7-BD2C-806087B1E91F}" dt="2026-09-09T14:45:28.620" v="319" actId="47"/>
        <pc:sldMkLst>
          <pc:docMk/>
          <pc:sldMk cId="137776072" sldId="285"/>
        </pc:sldMkLst>
        <pc:spChg chg="add ord">
          <ac:chgData name="Zeyad Mahmoud" userId="2d09ed40316b890c" providerId="LiveId" clId="{8F180CF7-9B4A-4EF7-BD2C-806087B1E91F}" dt="2026-09-09T14:39:54.845" v="235" actId="167"/>
          <ac:spMkLst>
            <pc:docMk/>
            <pc:sldMk cId="137776072" sldId="285"/>
            <ac:spMk id="23" creationId="{9ED4972C-D65A-814A-9B55-80E26DABC82E}"/>
          </ac:spMkLst>
        </pc:spChg>
      </pc:sldChg>
      <pc:sldChg chg="addSp modSp new del mod">
        <pc:chgData name="Zeyad Mahmoud" userId="2d09ed40316b890c" providerId="LiveId" clId="{8F180CF7-9B4A-4EF7-BD2C-806087B1E91F}" dt="2026-09-09T21:50:17.012" v="548" actId="47"/>
        <pc:sldMkLst>
          <pc:docMk/>
          <pc:sldMk cId="3425580937" sldId="285"/>
        </pc:sldMkLst>
        <pc:picChg chg="add mod">
          <ac:chgData name="Zeyad Mahmoud" userId="2d09ed40316b890c" providerId="LiveId" clId="{8F180CF7-9B4A-4EF7-BD2C-806087B1E91F}" dt="2026-09-09T14:54:12.209" v="492" actId="14100"/>
          <ac:picMkLst>
            <pc:docMk/>
            <pc:sldMk cId="3425580937" sldId="285"/>
            <ac:picMk id="3" creationId="{E824B4BB-AEF2-8E70-0C0E-9D88E3F1E792}"/>
          </ac:picMkLst>
        </pc:picChg>
      </pc:sldChg>
      <pc:sldChg chg="addSp delSp modSp add del mod">
        <pc:chgData name="Zeyad Mahmoud" userId="2d09ed40316b890c" providerId="LiveId" clId="{8F180CF7-9B4A-4EF7-BD2C-806087B1E91F}" dt="2026-09-09T14:45:28.893" v="320" actId="47"/>
        <pc:sldMkLst>
          <pc:docMk/>
          <pc:sldMk cId="3586648662" sldId="286"/>
        </pc:sldMkLst>
        <pc:spChg chg="add del ord">
          <ac:chgData name="Zeyad Mahmoud" userId="2d09ed40316b890c" providerId="LiveId" clId="{8F180CF7-9B4A-4EF7-BD2C-806087B1E91F}" dt="2026-09-09T14:40:15.115" v="241" actId="167"/>
          <ac:spMkLst>
            <pc:docMk/>
            <pc:sldMk cId="3586648662" sldId="286"/>
            <ac:spMk id="26" creationId="{18B324FF-AA54-B85A-23EE-6174C7134C42}"/>
          </ac:spMkLst>
        </pc:spChg>
      </pc:sldChg>
      <pc:sldChg chg="addSp modSp new del mod">
        <pc:chgData name="Zeyad Mahmoud" userId="2d09ed40316b890c" providerId="LiveId" clId="{8F180CF7-9B4A-4EF7-BD2C-806087B1E91F}" dt="2026-09-09T21:53:51.310" v="551" actId="47"/>
        <pc:sldMkLst>
          <pc:docMk/>
          <pc:sldMk cId="3935543841" sldId="286"/>
        </pc:sldMkLst>
        <pc:picChg chg="add mod">
          <ac:chgData name="Zeyad Mahmoud" userId="2d09ed40316b890c" providerId="LiveId" clId="{8F180CF7-9B4A-4EF7-BD2C-806087B1E91F}" dt="2026-09-09T14:54:22.197" v="495" actId="14100"/>
          <ac:picMkLst>
            <pc:docMk/>
            <pc:sldMk cId="3935543841" sldId="286"/>
            <ac:picMk id="3" creationId="{2F08A824-17B5-367B-5135-D1CCA2AEFF9A}"/>
          </ac:picMkLst>
        </pc:picChg>
      </pc:sldChg>
      <pc:sldChg chg="addSp modSp add del mod">
        <pc:chgData name="Zeyad Mahmoud" userId="2d09ed40316b890c" providerId="LiveId" clId="{8F180CF7-9B4A-4EF7-BD2C-806087B1E91F}" dt="2026-09-09T14:45:29.231" v="321" actId="47"/>
        <pc:sldMkLst>
          <pc:docMk/>
          <pc:sldMk cId="119847384" sldId="287"/>
        </pc:sldMkLst>
        <pc:spChg chg="add ord">
          <ac:chgData name="Zeyad Mahmoud" userId="2d09ed40316b890c" providerId="LiveId" clId="{8F180CF7-9B4A-4EF7-BD2C-806087B1E91F}" dt="2026-09-09T14:40:22.707" v="243" actId="167"/>
          <ac:spMkLst>
            <pc:docMk/>
            <pc:sldMk cId="119847384" sldId="287"/>
            <ac:spMk id="28" creationId="{73443B98-476B-9F11-DFEC-E3C2E1671E1C}"/>
          </ac:spMkLst>
        </pc:spChg>
      </pc:sldChg>
      <pc:sldChg chg="addSp modSp new del mod">
        <pc:chgData name="Zeyad Mahmoud" userId="2d09ed40316b890c" providerId="LiveId" clId="{8F180CF7-9B4A-4EF7-BD2C-806087B1E91F}" dt="2026-09-09T21:53:56.030" v="552" actId="47"/>
        <pc:sldMkLst>
          <pc:docMk/>
          <pc:sldMk cId="534361725" sldId="287"/>
        </pc:sldMkLst>
        <pc:picChg chg="add mod">
          <ac:chgData name="Zeyad Mahmoud" userId="2d09ed40316b890c" providerId="LiveId" clId="{8F180CF7-9B4A-4EF7-BD2C-806087B1E91F}" dt="2026-09-09T14:54:31.755" v="498" actId="14100"/>
          <ac:picMkLst>
            <pc:docMk/>
            <pc:sldMk cId="534361725" sldId="287"/>
            <ac:picMk id="3" creationId="{C23CB27D-32D1-8E11-6052-930E2F454F89}"/>
          </ac:picMkLst>
        </pc:picChg>
      </pc:sldChg>
      <pc:sldChg chg="addSp modSp new del mod">
        <pc:chgData name="Zeyad Mahmoud" userId="2d09ed40316b890c" providerId="LiveId" clId="{8F180CF7-9B4A-4EF7-BD2C-806087B1E91F}" dt="2026-09-09T21:54:21.120" v="553" actId="47"/>
        <pc:sldMkLst>
          <pc:docMk/>
          <pc:sldMk cId="1461048422" sldId="288"/>
        </pc:sldMkLst>
        <pc:picChg chg="add mod">
          <ac:chgData name="Zeyad Mahmoud" userId="2d09ed40316b890c" providerId="LiveId" clId="{8F180CF7-9B4A-4EF7-BD2C-806087B1E91F}" dt="2026-09-09T14:54:44.505" v="502" actId="14100"/>
          <ac:picMkLst>
            <pc:docMk/>
            <pc:sldMk cId="1461048422" sldId="288"/>
            <ac:picMk id="3" creationId="{3CAFB719-1B06-4647-09CC-0A35BC26520A}"/>
          </ac:picMkLst>
        </pc:picChg>
      </pc:sldChg>
      <pc:sldChg chg="addSp modSp add del mod">
        <pc:chgData name="Zeyad Mahmoud" userId="2d09ed40316b890c" providerId="LiveId" clId="{8F180CF7-9B4A-4EF7-BD2C-806087B1E91F}" dt="2026-09-09T14:45:29.475" v="322" actId="47"/>
        <pc:sldMkLst>
          <pc:docMk/>
          <pc:sldMk cId="1555634861" sldId="288"/>
        </pc:sldMkLst>
        <pc:spChg chg="add ord">
          <ac:chgData name="Zeyad Mahmoud" userId="2d09ed40316b890c" providerId="LiveId" clId="{8F180CF7-9B4A-4EF7-BD2C-806087B1E91F}" dt="2026-09-09T14:40:29.090" v="245" actId="167"/>
          <ac:spMkLst>
            <pc:docMk/>
            <pc:sldMk cId="1555634861" sldId="288"/>
            <ac:spMk id="19" creationId="{4DCA35E9-9012-F95A-518E-AA0169800501}"/>
          </ac:spMkLst>
        </pc:spChg>
      </pc:sldChg>
      <pc:sldChg chg="addSp modSp new del mod">
        <pc:chgData name="Zeyad Mahmoud" userId="2d09ed40316b890c" providerId="LiveId" clId="{8F180CF7-9B4A-4EF7-BD2C-806087B1E91F}" dt="2026-09-09T21:52:07.989" v="549" actId="47"/>
        <pc:sldMkLst>
          <pc:docMk/>
          <pc:sldMk cId="453087532" sldId="289"/>
        </pc:sldMkLst>
        <pc:picChg chg="add mod">
          <ac:chgData name="Zeyad Mahmoud" userId="2d09ed40316b890c" providerId="LiveId" clId="{8F180CF7-9B4A-4EF7-BD2C-806087B1E91F}" dt="2026-09-09T14:55:03.511" v="504" actId="14100"/>
          <ac:picMkLst>
            <pc:docMk/>
            <pc:sldMk cId="453087532" sldId="289"/>
            <ac:picMk id="3" creationId="{FBEAAB2A-7823-3C87-6B8C-F943EB2053EE}"/>
          </ac:picMkLst>
        </pc:picChg>
      </pc:sldChg>
      <pc:sldChg chg="addSp modSp add del mod">
        <pc:chgData name="Zeyad Mahmoud" userId="2d09ed40316b890c" providerId="LiveId" clId="{8F180CF7-9B4A-4EF7-BD2C-806087B1E91F}" dt="2026-09-09T14:45:29.770" v="323" actId="47"/>
        <pc:sldMkLst>
          <pc:docMk/>
          <pc:sldMk cId="1048325391" sldId="289"/>
        </pc:sldMkLst>
        <pc:spChg chg="add ord">
          <ac:chgData name="Zeyad Mahmoud" userId="2d09ed40316b890c" providerId="LiveId" clId="{8F180CF7-9B4A-4EF7-BD2C-806087B1E91F}" dt="2026-09-09T14:40:35.088" v="247" actId="167"/>
          <ac:spMkLst>
            <pc:docMk/>
            <pc:sldMk cId="1048325391" sldId="289"/>
            <ac:spMk id="19" creationId="{3D143E4F-659F-FA97-B5FF-EF2AF7655607}"/>
          </ac:spMkLst>
        </pc:spChg>
      </pc:sldChg>
      <pc:sldChg chg="addSp delSp modSp add del mod">
        <pc:chgData name="Zeyad Mahmoud" userId="2d09ed40316b890c" providerId="LiveId" clId="{8F180CF7-9B4A-4EF7-BD2C-806087B1E91F}" dt="2026-09-09T14:45:30.040" v="324" actId="47"/>
        <pc:sldMkLst>
          <pc:docMk/>
          <pc:sldMk cId="1992895025" sldId="290"/>
        </pc:sldMkLst>
        <pc:spChg chg="add del ord">
          <ac:chgData name="Zeyad Mahmoud" userId="2d09ed40316b890c" providerId="LiveId" clId="{8F180CF7-9B4A-4EF7-BD2C-806087B1E91F}" dt="2026-09-09T14:40:49.575" v="251" actId="22"/>
          <ac:spMkLst>
            <pc:docMk/>
            <pc:sldMk cId="1992895025" sldId="290"/>
            <ac:spMk id="30" creationId="{6D27A50E-4A94-06C6-194B-656E3659B21F}"/>
          </ac:spMkLst>
        </pc:spChg>
      </pc:sldChg>
      <pc:sldChg chg="addSp modSp new del mod">
        <pc:chgData name="Zeyad Mahmoud" userId="2d09ed40316b890c" providerId="LiveId" clId="{8F180CF7-9B4A-4EF7-BD2C-806087B1E91F}" dt="2026-09-09T21:52:10.560" v="550" actId="47"/>
        <pc:sldMkLst>
          <pc:docMk/>
          <pc:sldMk cId="3711570681" sldId="290"/>
        </pc:sldMkLst>
        <pc:picChg chg="add mod">
          <ac:chgData name="Zeyad Mahmoud" userId="2d09ed40316b890c" providerId="LiveId" clId="{8F180CF7-9B4A-4EF7-BD2C-806087B1E91F}" dt="2026-09-09T14:55:24.886" v="507" actId="14100"/>
          <ac:picMkLst>
            <pc:docMk/>
            <pc:sldMk cId="3711570681" sldId="290"/>
            <ac:picMk id="3" creationId="{A97D0FDE-3E10-13E1-32EB-10AFD7D61EEE}"/>
          </ac:picMkLst>
        </pc:picChg>
      </pc:sldChg>
      <pc:sldChg chg="addSp modSp new del mod">
        <pc:chgData name="Zeyad Mahmoud" userId="2d09ed40316b890c" providerId="LiveId" clId="{8F180CF7-9B4A-4EF7-BD2C-806087B1E91F}" dt="2026-09-09T21:54:23.251" v="554" actId="47"/>
        <pc:sldMkLst>
          <pc:docMk/>
          <pc:sldMk cId="2314525143" sldId="291"/>
        </pc:sldMkLst>
        <pc:picChg chg="add mod">
          <ac:chgData name="Zeyad Mahmoud" userId="2d09ed40316b890c" providerId="LiveId" clId="{8F180CF7-9B4A-4EF7-BD2C-806087B1E91F}" dt="2026-09-09T14:55:37.570" v="510" actId="14100"/>
          <ac:picMkLst>
            <pc:docMk/>
            <pc:sldMk cId="2314525143" sldId="291"/>
            <ac:picMk id="3" creationId="{36DB4EA7-6A47-B185-1EB1-948912017923}"/>
          </ac:picMkLst>
        </pc:picChg>
      </pc:sldChg>
      <pc:sldChg chg="addSp modSp add del mod">
        <pc:chgData name="Zeyad Mahmoud" userId="2d09ed40316b890c" providerId="LiveId" clId="{8F180CF7-9B4A-4EF7-BD2C-806087B1E91F}" dt="2026-09-09T14:45:30.407" v="325" actId="47"/>
        <pc:sldMkLst>
          <pc:docMk/>
          <pc:sldMk cId="3812585950" sldId="291"/>
        </pc:sldMkLst>
        <pc:spChg chg="add ord">
          <ac:chgData name="Zeyad Mahmoud" userId="2d09ed40316b890c" providerId="LiveId" clId="{8F180CF7-9B4A-4EF7-BD2C-806087B1E91F}" dt="2026-09-09T14:40:56.466" v="253" actId="167"/>
          <ac:spMkLst>
            <pc:docMk/>
            <pc:sldMk cId="3812585950" sldId="291"/>
            <ac:spMk id="15" creationId="{A1865E6A-88C6-A6D4-C341-854AA8D7F3D9}"/>
          </ac:spMkLst>
        </pc:spChg>
      </pc:sldChg>
      <pc:sldChg chg="addSp modSp new mod ord">
        <pc:chgData name="Zeyad Mahmoud" userId="2d09ed40316b890c" providerId="LiveId" clId="{8F180CF7-9B4A-4EF7-BD2C-806087B1E91F}" dt="2026-09-09T21:58:16.874" v="563"/>
        <pc:sldMkLst>
          <pc:docMk/>
          <pc:sldMk cId="1138903450" sldId="292"/>
        </pc:sldMkLst>
        <pc:picChg chg="add mod">
          <ac:chgData name="Zeyad Mahmoud" userId="2d09ed40316b890c" providerId="LiveId" clId="{8F180CF7-9B4A-4EF7-BD2C-806087B1E91F}" dt="2026-09-09T14:55:46.093" v="513" actId="14100"/>
          <ac:picMkLst>
            <pc:docMk/>
            <pc:sldMk cId="1138903450" sldId="292"/>
            <ac:picMk id="3" creationId="{D2733475-8B13-0441-9F81-0EBE7E0A5415}"/>
          </ac:picMkLst>
        </pc:picChg>
      </pc:sldChg>
      <pc:sldChg chg="addSp modSp add del mod">
        <pc:chgData name="Zeyad Mahmoud" userId="2d09ed40316b890c" providerId="LiveId" clId="{8F180CF7-9B4A-4EF7-BD2C-806087B1E91F}" dt="2026-09-09T14:45:30.752" v="326" actId="47"/>
        <pc:sldMkLst>
          <pc:docMk/>
          <pc:sldMk cId="4075189103" sldId="292"/>
        </pc:sldMkLst>
        <pc:spChg chg="add ord">
          <ac:chgData name="Zeyad Mahmoud" userId="2d09ed40316b890c" providerId="LiveId" clId="{8F180CF7-9B4A-4EF7-BD2C-806087B1E91F}" dt="2026-09-09T14:41:11.434" v="255" actId="167"/>
          <ac:spMkLst>
            <pc:docMk/>
            <pc:sldMk cId="4075189103" sldId="292"/>
            <ac:spMk id="19" creationId="{50877615-F510-412A-9A07-CF6B5CBC7BB8}"/>
          </ac:spMkLst>
        </pc:spChg>
      </pc:sldChg>
      <pc:sldChg chg="addSp modSp add del mod">
        <pc:chgData name="Zeyad Mahmoud" userId="2d09ed40316b890c" providerId="LiveId" clId="{8F180CF7-9B4A-4EF7-BD2C-806087B1E91F}" dt="2026-09-09T14:45:31.074" v="327" actId="47"/>
        <pc:sldMkLst>
          <pc:docMk/>
          <pc:sldMk cId="3255970" sldId="293"/>
        </pc:sldMkLst>
        <pc:spChg chg="add ord">
          <ac:chgData name="Zeyad Mahmoud" userId="2d09ed40316b890c" providerId="LiveId" clId="{8F180CF7-9B4A-4EF7-BD2C-806087B1E91F}" dt="2026-09-09T14:41:15.906" v="257" actId="167"/>
          <ac:spMkLst>
            <pc:docMk/>
            <pc:sldMk cId="3255970" sldId="293"/>
            <ac:spMk id="20" creationId="{3FD42946-F8A4-E584-1191-FA21FFB2F8B8}"/>
          </ac:spMkLst>
        </pc:spChg>
      </pc:sldChg>
      <pc:sldChg chg="addSp modSp new mod ord">
        <pc:chgData name="Zeyad Mahmoud" userId="2d09ed40316b890c" providerId="LiveId" clId="{8F180CF7-9B4A-4EF7-BD2C-806087B1E91F}" dt="2026-09-09T21:58:16.874" v="563"/>
        <pc:sldMkLst>
          <pc:docMk/>
          <pc:sldMk cId="2116856922" sldId="293"/>
        </pc:sldMkLst>
        <pc:picChg chg="add mod">
          <ac:chgData name="Zeyad Mahmoud" userId="2d09ed40316b890c" providerId="LiveId" clId="{8F180CF7-9B4A-4EF7-BD2C-806087B1E91F}" dt="2026-09-09T14:55:54.013" v="516" actId="14100"/>
          <ac:picMkLst>
            <pc:docMk/>
            <pc:sldMk cId="2116856922" sldId="293"/>
            <ac:picMk id="3" creationId="{C3BD45BC-A986-C633-8900-C5E898613CBF}"/>
          </ac:picMkLst>
        </pc:picChg>
      </pc:sldChg>
      <pc:sldChg chg="addSp modSp add del mod">
        <pc:chgData name="Zeyad Mahmoud" userId="2d09ed40316b890c" providerId="LiveId" clId="{8F180CF7-9B4A-4EF7-BD2C-806087B1E91F}" dt="2026-09-09T14:45:31.421" v="328" actId="47"/>
        <pc:sldMkLst>
          <pc:docMk/>
          <pc:sldMk cId="512681734" sldId="294"/>
        </pc:sldMkLst>
        <pc:spChg chg="add ord">
          <ac:chgData name="Zeyad Mahmoud" userId="2d09ed40316b890c" providerId="LiveId" clId="{8F180CF7-9B4A-4EF7-BD2C-806087B1E91F}" dt="2026-09-09T14:41:23.362" v="259" actId="167"/>
          <ac:spMkLst>
            <pc:docMk/>
            <pc:sldMk cId="512681734" sldId="294"/>
            <ac:spMk id="22" creationId="{5888AFE1-C32B-C20F-1821-BA2BAB9B1827}"/>
          </ac:spMkLst>
        </pc:spChg>
      </pc:sldChg>
      <pc:sldChg chg="addSp modSp new del mod">
        <pc:chgData name="Zeyad Mahmoud" userId="2d09ed40316b890c" providerId="LiveId" clId="{8F180CF7-9B4A-4EF7-BD2C-806087B1E91F}" dt="2026-09-09T21:54:51.084" v="555" actId="47"/>
        <pc:sldMkLst>
          <pc:docMk/>
          <pc:sldMk cId="2534515910" sldId="294"/>
        </pc:sldMkLst>
        <pc:picChg chg="add mod">
          <ac:chgData name="Zeyad Mahmoud" userId="2d09ed40316b890c" providerId="LiveId" clId="{8F180CF7-9B4A-4EF7-BD2C-806087B1E91F}" dt="2026-09-09T14:56:04.038" v="519" actId="14100"/>
          <ac:picMkLst>
            <pc:docMk/>
            <pc:sldMk cId="2534515910" sldId="294"/>
            <ac:picMk id="3" creationId="{743FAFB8-0FC8-A3FB-54FC-A84913389DE1}"/>
          </ac:picMkLst>
        </pc:picChg>
      </pc:sldChg>
      <pc:sldChg chg="addSp modSp new del mod">
        <pc:chgData name="Zeyad Mahmoud" userId="2d09ed40316b890c" providerId="LiveId" clId="{8F180CF7-9B4A-4EF7-BD2C-806087B1E91F}" dt="2026-09-09T21:54:52.172" v="556" actId="47"/>
        <pc:sldMkLst>
          <pc:docMk/>
          <pc:sldMk cId="633475201" sldId="295"/>
        </pc:sldMkLst>
        <pc:picChg chg="add mod">
          <ac:chgData name="Zeyad Mahmoud" userId="2d09ed40316b890c" providerId="LiveId" clId="{8F180CF7-9B4A-4EF7-BD2C-806087B1E91F}" dt="2026-09-09T14:56:12.232" v="522" actId="14100"/>
          <ac:picMkLst>
            <pc:docMk/>
            <pc:sldMk cId="633475201" sldId="295"/>
            <ac:picMk id="3" creationId="{B9858C00-E72B-83FC-6B81-D2F4AC53CFD7}"/>
          </ac:picMkLst>
        </pc:picChg>
      </pc:sldChg>
      <pc:sldChg chg="addSp modSp add del mod">
        <pc:chgData name="Zeyad Mahmoud" userId="2d09ed40316b890c" providerId="LiveId" clId="{8F180CF7-9B4A-4EF7-BD2C-806087B1E91F}" dt="2026-09-09T14:45:31.711" v="329" actId="47"/>
        <pc:sldMkLst>
          <pc:docMk/>
          <pc:sldMk cId="2767879521" sldId="295"/>
        </pc:sldMkLst>
        <pc:spChg chg="add ord">
          <ac:chgData name="Zeyad Mahmoud" userId="2d09ed40316b890c" providerId="LiveId" clId="{8F180CF7-9B4A-4EF7-BD2C-806087B1E91F}" dt="2026-09-09T14:41:29.738" v="261" actId="167"/>
          <ac:spMkLst>
            <pc:docMk/>
            <pc:sldMk cId="2767879521" sldId="295"/>
            <ac:spMk id="17" creationId="{B94C0971-2BA9-1D6C-BF00-99AF13963548}"/>
          </ac:spMkLst>
        </pc:spChg>
      </pc:sldChg>
      <pc:sldChg chg="addSp modSp add del mod">
        <pc:chgData name="Zeyad Mahmoud" userId="2d09ed40316b890c" providerId="LiveId" clId="{8F180CF7-9B4A-4EF7-BD2C-806087B1E91F}" dt="2026-09-09T14:45:31.998" v="330" actId="47"/>
        <pc:sldMkLst>
          <pc:docMk/>
          <pc:sldMk cId="1451263252" sldId="296"/>
        </pc:sldMkLst>
        <pc:spChg chg="add ord">
          <ac:chgData name="Zeyad Mahmoud" userId="2d09ed40316b890c" providerId="LiveId" clId="{8F180CF7-9B4A-4EF7-BD2C-806087B1E91F}" dt="2026-09-09T14:41:35.006" v="263" actId="167"/>
          <ac:spMkLst>
            <pc:docMk/>
            <pc:sldMk cId="1451263252" sldId="296"/>
            <ac:spMk id="18" creationId="{B5A84366-64EA-93C1-0C6E-16832A7FAC87}"/>
          </ac:spMkLst>
        </pc:spChg>
      </pc:sldChg>
      <pc:sldChg chg="addSp modSp new del mod">
        <pc:chgData name="Zeyad Mahmoud" userId="2d09ed40316b890c" providerId="LiveId" clId="{8F180CF7-9B4A-4EF7-BD2C-806087B1E91F}" dt="2026-09-09T21:54:53.455" v="557" actId="47"/>
        <pc:sldMkLst>
          <pc:docMk/>
          <pc:sldMk cId="3030758359" sldId="296"/>
        </pc:sldMkLst>
        <pc:picChg chg="add mod">
          <ac:chgData name="Zeyad Mahmoud" userId="2d09ed40316b890c" providerId="LiveId" clId="{8F180CF7-9B4A-4EF7-BD2C-806087B1E91F}" dt="2026-09-09T14:56:20.182" v="525" actId="14100"/>
          <ac:picMkLst>
            <pc:docMk/>
            <pc:sldMk cId="3030758359" sldId="296"/>
            <ac:picMk id="3" creationId="{F0BB930B-9938-EFCF-3960-B605CDE9FBD6}"/>
          </ac:picMkLst>
        </pc:picChg>
      </pc:sldChg>
      <pc:sldChg chg="addSp modSp new del mod">
        <pc:chgData name="Zeyad Mahmoud" userId="2d09ed40316b890c" providerId="LiveId" clId="{8F180CF7-9B4A-4EF7-BD2C-806087B1E91F}" dt="2026-09-09T21:54:54.384" v="558" actId="47"/>
        <pc:sldMkLst>
          <pc:docMk/>
          <pc:sldMk cId="2392302679" sldId="297"/>
        </pc:sldMkLst>
        <pc:picChg chg="add mod">
          <ac:chgData name="Zeyad Mahmoud" userId="2d09ed40316b890c" providerId="LiveId" clId="{8F180CF7-9B4A-4EF7-BD2C-806087B1E91F}" dt="2026-09-09T14:56:30.586" v="528" actId="14100"/>
          <ac:picMkLst>
            <pc:docMk/>
            <pc:sldMk cId="2392302679" sldId="297"/>
            <ac:picMk id="3" creationId="{4AB4A413-73B7-ED41-AA4E-D2F31D4AE9D7}"/>
          </ac:picMkLst>
        </pc:picChg>
      </pc:sldChg>
      <pc:sldChg chg="addSp modSp add del mod">
        <pc:chgData name="Zeyad Mahmoud" userId="2d09ed40316b890c" providerId="LiveId" clId="{8F180CF7-9B4A-4EF7-BD2C-806087B1E91F}" dt="2026-09-09T14:45:32.391" v="331" actId="47"/>
        <pc:sldMkLst>
          <pc:docMk/>
          <pc:sldMk cId="2501057587" sldId="297"/>
        </pc:sldMkLst>
        <pc:spChg chg="add ord">
          <ac:chgData name="Zeyad Mahmoud" userId="2d09ed40316b890c" providerId="LiveId" clId="{8F180CF7-9B4A-4EF7-BD2C-806087B1E91F}" dt="2026-09-09T14:41:40.181" v="265" actId="167"/>
          <ac:spMkLst>
            <pc:docMk/>
            <pc:sldMk cId="2501057587" sldId="297"/>
            <ac:spMk id="17" creationId="{0560C2FE-8936-CBE0-991E-7653F31663FF}"/>
          </ac:spMkLst>
        </pc:spChg>
      </pc:sldChg>
      <pc:sldChg chg="addSp modSp add del mod">
        <pc:chgData name="Zeyad Mahmoud" userId="2d09ed40316b890c" providerId="LiveId" clId="{8F180CF7-9B4A-4EF7-BD2C-806087B1E91F}" dt="2026-09-09T14:45:32.872" v="332" actId="47"/>
        <pc:sldMkLst>
          <pc:docMk/>
          <pc:sldMk cId="1034601517" sldId="298"/>
        </pc:sldMkLst>
        <pc:spChg chg="add ord">
          <ac:chgData name="Zeyad Mahmoud" userId="2d09ed40316b890c" providerId="LiveId" clId="{8F180CF7-9B4A-4EF7-BD2C-806087B1E91F}" dt="2026-09-09T14:41:46.906" v="267" actId="167"/>
          <ac:spMkLst>
            <pc:docMk/>
            <pc:sldMk cId="1034601517" sldId="298"/>
            <ac:spMk id="18" creationId="{0D8FCDC0-DE65-7EF7-CEF5-080B85CF038A}"/>
          </ac:spMkLst>
        </pc:spChg>
      </pc:sldChg>
      <pc:sldChg chg="addSp modSp new mod ord">
        <pc:chgData name="Zeyad Mahmoud" userId="2d09ed40316b890c" providerId="LiveId" clId="{8F180CF7-9B4A-4EF7-BD2C-806087B1E91F}" dt="2026-09-09T21:58:16.874" v="563"/>
        <pc:sldMkLst>
          <pc:docMk/>
          <pc:sldMk cId="2516320927" sldId="298"/>
        </pc:sldMkLst>
        <pc:picChg chg="add mod">
          <ac:chgData name="Zeyad Mahmoud" userId="2d09ed40316b890c" providerId="LiveId" clId="{8F180CF7-9B4A-4EF7-BD2C-806087B1E91F}" dt="2026-09-09T15:01:03.837" v="532" actId="14100"/>
          <ac:picMkLst>
            <pc:docMk/>
            <pc:sldMk cId="2516320927" sldId="298"/>
            <ac:picMk id="3" creationId="{00E0566E-2452-1D01-B352-336A67165480}"/>
          </ac:picMkLst>
        </pc:picChg>
      </pc:sldChg>
      <pc:sldChg chg="addSp modSp new del mod">
        <pc:chgData name="Zeyad Mahmoud" userId="2d09ed40316b890c" providerId="LiveId" clId="{8F180CF7-9B4A-4EF7-BD2C-806087B1E91F}" dt="2026-09-09T21:57:21.873" v="559" actId="47"/>
        <pc:sldMkLst>
          <pc:docMk/>
          <pc:sldMk cId="154020322" sldId="299"/>
        </pc:sldMkLst>
        <pc:picChg chg="add mod">
          <ac:chgData name="Zeyad Mahmoud" userId="2d09ed40316b890c" providerId="LiveId" clId="{8F180CF7-9B4A-4EF7-BD2C-806087B1E91F}" dt="2026-09-09T15:01:25.151" v="535" actId="14100"/>
          <ac:picMkLst>
            <pc:docMk/>
            <pc:sldMk cId="154020322" sldId="299"/>
            <ac:picMk id="3" creationId="{10612935-7359-0F09-1C0B-174F25752E2C}"/>
          </ac:picMkLst>
        </pc:picChg>
      </pc:sldChg>
      <pc:sldChg chg="addSp modSp add del mod">
        <pc:chgData name="Zeyad Mahmoud" userId="2d09ed40316b890c" providerId="LiveId" clId="{8F180CF7-9B4A-4EF7-BD2C-806087B1E91F}" dt="2026-09-09T14:45:16.691" v="303" actId="47"/>
        <pc:sldMkLst>
          <pc:docMk/>
          <pc:sldMk cId="480521467" sldId="299"/>
        </pc:sldMkLst>
        <pc:spChg chg="add ord">
          <ac:chgData name="Zeyad Mahmoud" userId="2d09ed40316b890c" providerId="LiveId" clId="{8F180CF7-9B4A-4EF7-BD2C-806087B1E91F}" dt="2026-09-09T14:41:52.950" v="269" actId="167"/>
          <ac:spMkLst>
            <pc:docMk/>
            <pc:sldMk cId="480521467" sldId="299"/>
            <ac:spMk id="32" creationId="{B44D1A86-4491-B06D-1399-6AB02E874F24}"/>
          </ac:spMkLst>
        </pc:spChg>
      </pc:sldChg>
      <pc:sldChg chg="addSp delSp modSp new del mod">
        <pc:chgData name="Zeyad Mahmoud" userId="2d09ed40316b890c" providerId="LiveId" clId="{8F180CF7-9B4A-4EF7-BD2C-806087B1E91F}" dt="2026-09-09T14:45:33.361" v="333" actId="47"/>
        <pc:sldMkLst>
          <pc:docMk/>
          <pc:sldMk cId="1355752529" sldId="300"/>
        </pc:sldMkLst>
        <pc:picChg chg="add del mod">
          <ac:chgData name="Zeyad Mahmoud" userId="2d09ed40316b890c" providerId="LiveId" clId="{8F180CF7-9B4A-4EF7-BD2C-806087B1E91F}" dt="2026-09-09T14:44:48.650" v="275" actId="931"/>
          <ac:picMkLst>
            <pc:docMk/>
            <pc:sldMk cId="1355752529" sldId="300"/>
            <ac:picMk id="5" creationId="{15C02039-CDC2-D14F-CCE8-857384331D27}"/>
          </ac:picMkLst>
        </pc:picChg>
        <pc:picChg chg="add mod">
          <ac:chgData name="Zeyad Mahmoud" userId="2d09ed40316b890c" providerId="LiveId" clId="{8F180CF7-9B4A-4EF7-BD2C-806087B1E91F}" dt="2026-09-09T14:45:05.140" v="276" actId="931"/>
          <ac:picMkLst>
            <pc:docMk/>
            <pc:sldMk cId="1355752529" sldId="300"/>
            <ac:picMk id="7" creationId="{AFF3A180-5387-50CC-0F09-43A5DCB2E68D}"/>
          </ac:picMkLst>
        </pc:picChg>
        <pc:picChg chg="add mod">
          <ac:chgData name="Zeyad Mahmoud" userId="2d09ed40316b890c" providerId="LiveId" clId="{8F180CF7-9B4A-4EF7-BD2C-806087B1E91F}" dt="2026-09-09T14:45:05.314" v="302"/>
          <ac:picMkLst>
            <pc:docMk/>
            <pc:sldMk cId="1355752529" sldId="300"/>
            <ac:picMk id="9" creationId="{92F5A828-3B30-B5A2-F6C2-200A23692B6C}"/>
          </ac:picMkLst>
        </pc:picChg>
        <pc:picChg chg="add mod">
          <ac:chgData name="Zeyad Mahmoud" userId="2d09ed40316b890c" providerId="LiveId" clId="{8F180CF7-9B4A-4EF7-BD2C-806087B1E91F}" dt="2026-09-09T14:45:05.314" v="302"/>
          <ac:picMkLst>
            <pc:docMk/>
            <pc:sldMk cId="1355752529" sldId="300"/>
            <ac:picMk id="11" creationId="{EF0CAD7E-42AF-331E-5CFE-5614AF06AF55}"/>
          </ac:picMkLst>
        </pc:picChg>
        <pc:picChg chg="add mod">
          <ac:chgData name="Zeyad Mahmoud" userId="2d09ed40316b890c" providerId="LiveId" clId="{8F180CF7-9B4A-4EF7-BD2C-806087B1E91F}" dt="2026-09-09T14:45:05.314" v="302"/>
          <ac:picMkLst>
            <pc:docMk/>
            <pc:sldMk cId="1355752529" sldId="300"/>
            <ac:picMk id="13" creationId="{1762D4A7-07A7-B866-FB03-A25929A96212}"/>
          </ac:picMkLst>
        </pc:picChg>
        <pc:picChg chg="add mod">
          <ac:chgData name="Zeyad Mahmoud" userId="2d09ed40316b890c" providerId="LiveId" clId="{8F180CF7-9B4A-4EF7-BD2C-806087B1E91F}" dt="2026-09-09T14:45:05.314" v="302"/>
          <ac:picMkLst>
            <pc:docMk/>
            <pc:sldMk cId="1355752529" sldId="300"/>
            <ac:picMk id="15" creationId="{4C4E9B8D-4580-0B44-355A-D5FC72268013}"/>
          </ac:picMkLst>
        </pc:picChg>
        <pc:picChg chg="add mod">
          <ac:chgData name="Zeyad Mahmoud" userId="2d09ed40316b890c" providerId="LiveId" clId="{8F180CF7-9B4A-4EF7-BD2C-806087B1E91F}" dt="2026-09-09T14:45:05.314" v="302"/>
          <ac:picMkLst>
            <pc:docMk/>
            <pc:sldMk cId="1355752529" sldId="300"/>
            <ac:picMk id="17" creationId="{418436B3-1260-265D-96F9-2A10B923FE95}"/>
          </ac:picMkLst>
        </pc:picChg>
        <pc:picChg chg="add mod">
          <ac:chgData name="Zeyad Mahmoud" userId="2d09ed40316b890c" providerId="LiveId" clId="{8F180CF7-9B4A-4EF7-BD2C-806087B1E91F}" dt="2026-09-09T14:45:05.182" v="282" actId="931"/>
          <ac:picMkLst>
            <pc:docMk/>
            <pc:sldMk cId="1355752529" sldId="300"/>
            <ac:picMk id="19" creationId="{F2AD8A6C-28D1-61C0-6F6A-0D1A34BB9F68}"/>
          </ac:picMkLst>
        </pc:picChg>
        <pc:picChg chg="add mod">
          <ac:chgData name="Zeyad Mahmoud" userId="2d09ed40316b890c" providerId="LiveId" clId="{8F180CF7-9B4A-4EF7-BD2C-806087B1E91F}" dt="2026-09-09T14:45:05.189" v="283" actId="931"/>
          <ac:picMkLst>
            <pc:docMk/>
            <pc:sldMk cId="1355752529" sldId="300"/>
            <ac:picMk id="21" creationId="{2041B594-A4E9-D4E1-31AB-36C1DA1297A7}"/>
          </ac:picMkLst>
        </pc:picChg>
        <pc:picChg chg="add mod">
          <ac:chgData name="Zeyad Mahmoud" userId="2d09ed40316b890c" providerId="LiveId" clId="{8F180CF7-9B4A-4EF7-BD2C-806087B1E91F}" dt="2026-09-09T14:45:05.314" v="302"/>
          <ac:picMkLst>
            <pc:docMk/>
            <pc:sldMk cId="1355752529" sldId="300"/>
            <ac:picMk id="23" creationId="{11D9A24C-5D0F-DC7B-5F5A-AFA3E8219973}"/>
          </ac:picMkLst>
        </pc:picChg>
        <pc:picChg chg="add mod">
          <ac:chgData name="Zeyad Mahmoud" userId="2d09ed40316b890c" providerId="LiveId" clId="{8F180CF7-9B4A-4EF7-BD2C-806087B1E91F}" dt="2026-09-09T14:45:05.201" v="285" actId="931"/>
          <ac:picMkLst>
            <pc:docMk/>
            <pc:sldMk cId="1355752529" sldId="300"/>
            <ac:picMk id="25" creationId="{1A12EB92-F4D1-1C83-2B25-778973691A89}"/>
          </ac:picMkLst>
        </pc:picChg>
        <pc:picChg chg="add mod">
          <ac:chgData name="Zeyad Mahmoud" userId="2d09ed40316b890c" providerId="LiveId" clId="{8F180CF7-9B4A-4EF7-BD2C-806087B1E91F}" dt="2026-09-09T14:45:05.208" v="286" actId="931"/>
          <ac:picMkLst>
            <pc:docMk/>
            <pc:sldMk cId="1355752529" sldId="300"/>
            <ac:picMk id="27" creationId="{23A051A7-99F4-D43F-7936-6B0BDCE429B1}"/>
          </ac:picMkLst>
        </pc:picChg>
        <pc:picChg chg="add mod">
          <ac:chgData name="Zeyad Mahmoud" userId="2d09ed40316b890c" providerId="LiveId" clId="{8F180CF7-9B4A-4EF7-BD2C-806087B1E91F}" dt="2026-09-09T14:45:05.215" v="287" actId="931"/>
          <ac:picMkLst>
            <pc:docMk/>
            <pc:sldMk cId="1355752529" sldId="300"/>
            <ac:picMk id="29" creationId="{B75F1F4A-A7D5-24D3-580D-4DDF6665EBA5}"/>
          </ac:picMkLst>
        </pc:picChg>
        <pc:picChg chg="add mod">
          <ac:chgData name="Zeyad Mahmoud" userId="2d09ed40316b890c" providerId="LiveId" clId="{8F180CF7-9B4A-4EF7-BD2C-806087B1E91F}" dt="2026-09-09T14:45:05.314" v="302"/>
          <ac:picMkLst>
            <pc:docMk/>
            <pc:sldMk cId="1355752529" sldId="300"/>
            <ac:picMk id="31" creationId="{2377E717-D75F-71C0-4FE8-01D9304C5674}"/>
          </ac:picMkLst>
        </pc:picChg>
        <pc:picChg chg="add mod">
          <ac:chgData name="Zeyad Mahmoud" userId="2d09ed40316b890c" providerId="LiveId" clId="{8F180CF7-9B4A-4EF7-BD2C-806087B1E91F}" dt="2026-09-09T14:45:05.228" v="289" actId="931"/>
          <ac:picMkLst>
            <pc:docMk/>
            <pc:sldMk cId="1355752529" sldId="300"/>
            <ac:picMk id="33" creationId="{F1E8FF88-C580-92D7-65EE-E2B0B89D3681}"/>
          </ac:picMkLst>
        </pc:picChg>
        <pc:picChg chg="add mod">
          <ac:chgData name="Zeyad Mahmoud" userId="2d09ed40316b890c" providerId="LiveId" clId="{8F180CF7-9B4A-4EF7-BD2C-806087B1E91F}" dt="2026-09-09T14:45:05.234" v="290" actId="931"/>
          <ac:picMkLst>
            <pc:docMk/>
            <pc:sldMk cId="1355752529" sldId="300"/>
            <ac:picMk id="35" creationId="{8F1C11A4-7558-FE33-1690-BC5FF03761C4}"/>
          </ac:picMkLst>
        </pc:picChg>
        <pc:picChg chg="add mod">
          <ac:chgData name="Zeyad Mahmoud" userId="2d09ed40316b890c" providerId="LiveId" clId="{8F180CF7-9B4A-4EF7-BD2C-806087B1E91F}" dt="2026-09-09T14:45:05.243" v="291" actId="931"/>
          <ac:picMkLst>
            <pc:docMk/>
            <pc:sldMk cId="1355752529" sldId="300"/>
            <ac:picMk id="37" creationId="{A7D9B024-902D-A279-78E6-0E1B559F9202}"/>
          </ac:picMkLst>
        </pc:picChg>
        <pc:picChg chg="add mod">
          <ac:chgData name="Zeyad Mahmoud" userId="2d09ed40316b890c" providerId="LiveId" clId="{8F180CF7-9B4A-4EF7-BD2C-806087B1E91F}" dt="2026-09-09T14:45:05.249" v="292" actId="931"/>
          <ac:picMkLst>
            <pc:docMk/>
            <pc:sldMk cId="1355752529" sldId="300"/>
            <ac:picMk id="39" creationId="{52E3E5C3-1711-4A48-9823-9BFFC38A6BD9}"/>
          </ac:picMkLst>
        </pc:picChg>
        <pc:picChg chg="add mod">
          <ac:chgData name="Zeyad Mahmoud" userId="2d09ed40316b890c" providerId="LiveId" clId="{8F180CF7-9B4A-4EF7-BD2C-806087B1E91F}" dt="2026-09-09T14:45:05.256" v="293" actId="931"/>
          <ac:picMkLst>
            <pc:docMk/>
            <pc:sldMk cId="1355752529" sldId="300"/>
            <ac:picMk id="41" creationId="{D1CFC830-5E5B-66B0-8AFD-7E078A56342E}"/>
          </ac:picMkLst>
        </pc:picChg>
        <pc:picChg chg="add mod">
          <ac:chgData name="Zeyad Mahmoud" userId="2d09ed40316b890c" providerId="LiveId" clId="{8F180CF7-9B4A-4EF7-BD2C-806087B1E91F}" dt="2026-09-09T14:45:05.263" v="294" actId="931"/>
          <ac:picMkLst>
            <pc:docMk/>
            <pc:sldMk cId="1355752529" sldId="300"/>
            <ac:picMk id="43" creationId="{B4C0680F-E914-4078-D07E-8DC0BD419517}"/>
          </ac:picMkLst>
        </pc:picChg>
        <pc:picChg chg="add mod">
          <ac:chgData name="Zeyad Mahmoud" userId="2d09ed40316b890c" providerId="LiveId" clId="{8F180CF7-9B4A-4EF7-BD2C-806087B1E91F}" dt="2026-09-09T14:45:05.314" v="302"/>
          <ac:picMkLst>
            <pc:docMk/>
            <pc:sldMk cId="1355752529" sldId="300"/>
            <ac:picMk id="45" creationId="{6676D6EE-E89C-F811-388E-816D2DFE6A75}"/>
          </ac:picMkLst>
        </pc:picChg>
        <pc:picChg chg="add mod">
          <ac:chgData name="Zeyad Mahmoud" userId="2d09ed40316b890c" providerId="LiveId" clId="{8F180CF7-9B4A-4EF7-BD2C-806087B1E91F}" dt="2026-09-09T14:45:05.276" v="296" actId="931"/>
          <ac:picMkLst>
            <pc:docMk/>
            <pc:sldMk cId="1355752529" sldId="300"/>
            <ac:picMk id="47" creationId="{EE9116AB-345D-F761-C361-A56207EF7755}"/>
          </ac:picMkLst>
        </pc:picChg>
        <pc:picChg chg="add mod">
          <ac:chgData name="Zeyad Mahmoud" userId="2d09ed40316b890c" providerId="LiveId" clId="{8F180CF7-9B4A-4EF7-BD2C-806087B1E91F}" dt="2026-09-09T14:45:05.314" v="302"/>
          <ac:picMkLst>
            <pc:docMk/>
            <pc:sldMk cId="1355752529" sldId="300"/>
            <ac:picMk id="49" creationId="{A408CD81-67FE-D426-1CDD-2F7DE8A469AA}"/>
          </ac:picMkLst>
        </pc:picChg>
        <pc:picChg chg="add mod">
          <ac:chgData name="Zeyad Mahmoud" userId="2d09ed40316b890c" providerId="LiveId" clId="{8F180CF7-9B4A-4EF7-BD2C-806087B1E91F}" dt="2026-09-09T14:45:05.314" v="302"/>
          <ac:picMkLst>
            <pc:docMk/>
            <pc:sldMk cId="1355752529" sldId="300"/>
            <ac:picMk id="51" creationId="{2F04C914-C77E-F63D-55BA-5EC18678B466}"/>
          </ac:picMkLst>
        </pc:picChg>
        <pc:picChg chg="add mod">
          <ac:chgData name="Zeyad Mahmoud" userId="2d09ed40316b890c" providerId="LiveId" clId="{8F180CF7-9B4A-4EF7-BD2C-806087B1E91F}" dt="2026-09-09T14:45:05.297" v="299" actId="931"/>
          <ac:picMkLst>
            <pc:docMk/>
            <pc:sldMk cId="1355752529" sldId="300"/>
            <ac:picMk id="53" creationId="{D18F5D10-A9F0-A236-0E02-31ED0B9A72C5}"/>
          </ac:picMkLst>
        </pc:picChg>
        <pc:picChg chg="add mod">
          <ac:chgData name="Zeyad Mahmoud" userId="2d09ed40316b890c" providerId="LiveId" clId="{8F180CF7-9B4A-4EF7-BD2C-806087B1E91F}" dt="2026-09-09T14:45:05.304" v="300" actId="931"/>
          <ac:picMkLst>
            <pc:docMk/>
            <pc:sldMk cId="1355752529" sldId="300"/>
            <ac:picMk id="55" creationId="{6E93C919-D0F6-BF02-EAA1-71E5F670159C}"/>
          </ac:picMkLst>
        </pc:picChg>
        <pc:picChg chg="add mod">
          <ac:chgData name="Zeyad Mahmoud" userId="2d09ed40316b890c" providerId="LiveId" clId="{8F180CF7-9B4A-4EF7-BD2C-806087B1E91F}" dt="2026-09-09T14:45:05.311" v="301" actId="931"/>
          <ac:picMkLst>
            <pc:docMk/>
            <pc:sldMk cId="1355752529" sldId="300"/>
            <ac:picMk id="57" creationId="{5CC1C7D2-E3D9-98A3-4E61-30ED0BDA82AE}"/>
          </ac:picMkLst>
        </pc:picChg>
      </pc:sldChg>
      <pc:sldChg chg="new del">
        <pc:chgData name="Zeyad Mahmoud" userId="2d09ed40316b890c" providerId="LiveId" clId="{8F180CF7-9B4A-4EF7-BD2C-806087B1E91F}" dt="2026-09-09T14:52:10.452" v="456" actId="47"/>
        <pc:sldMkLst>
          <pc:docMk/>
          <pc:sldMk cId="2966367607" sldId="300"/>
        </pc:sldMkLst>
      </pc:sldChg>
      <pc:sldMasterChg chg="modTransition setBg delSldLayout modSldLayout">
        <pc:chgData name="Zeyad Mahmoud" userId="2d09ed40316b890c" providerId="LiveId" clId="{8F180CF7-9B4A-4EF7-BD2C-806087B1E91F}" dt="2026-09-09T14:45:33.361" v="333" actId="47"/>
        <pc:sldMasterMkLst>
          <pc:docMk/>
          <pc:sldMasterMk cId="1811953132" sldId="2147483660"/>
        </pc:sldMasterMkLst>
        <pc:sldLayoutChg chg="modTransition setBg">
          <pc:chgData name="Zeyad Mahmoud" userId="2d09ed40316b890c" providerId="LiveId" clId="{8F180CF7-9B4A-4EF7-BD2C-806087B1E91F}" dt="2026-09-09T14:30:49.669" v="111"/>
          <pc:sldLayoutMkLst>
            <pc:docMk/>
            <pc:sldMasterMk cId="1811953132" sldId="2147483660"/>
            <pc:sldLayoutMk cId="2690159085" sldId="2147483661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3203760273" sldId="2147483662"/>
          </pc:sldLayoutMkLst>
        </pc:sldLayoutChg>
        <pc:sldLayoutChg chg="modTransition setBg">
          <pc:chgData name="Zeyad Mahmoud" userId="2d09ed40316b890c" providerId="LiveId" clId="{8F180CF7-9B4A-4EF7-BD2C-806087B1E91F}" dt="2026-09-09T14:30:49.669" v="111"/>
          <pc:sldLayoutMkLst>
            <pc:docMk/>
            <pc:sldMasterMk cId="1811953132" sldId="2147483660"/>
            <pc:sldLayoutMk cId="185024812" sldId="2147483663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3234869920" sldId="2147483664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225525225" sldId="2147483665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1860354507" sldId="2147483666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333176213" sldId="2147483667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3711072825" sldId="2147483668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1473846036" sldId="2147483669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601230220" sldId="2147483670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1924229854" sldId="2147483671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962014287" sldId="2147483672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1711913786" sldId="2147483673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711302437" sldId="2147483674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385142088" sldId="2147483675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1894387745" sldId="2147483676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991041765" sldId="2147483677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2141926840" sldId="2147483678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3445507861" sldId="2147483679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942577019" sldId="2147483680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2826788401" sldId="2147483681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3864630388" sldId="2147483682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3885135284" sldId="2147483683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2059212724" sldId="2147483684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2409094560" sldId="2147483685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386249534" sldId="2147483686"/>
          </pc:sldLayoutMkLst>
        </pc:sldLayoutChg>
        <pc:sldLayoutChg chg="modTransition">
          <pc:chgData name="Zeyad Mahmoud" userId="2d09ed40316b890c" providerId="LiveId" clId="{8F180CF7-9B4A-4EF7-BD2C-806087B1E91F}" dt="2026-09-09T03:39:58.025" v="40"/>
          <pc:sldLayoutMkLst>
            <pc:docMk/>
            <pc:sldMasterMk cId="1811953132" sldId="2147483660"/>
            <pc:sldLayoutMk cId="2496097349" sldId="2147483687"/>
          </pc:sldLayoutMkLst>
        </pc:sldLayoutChg>
        <pc:sldLayoutChg chg="del">
          <pc:chgData name="Zeyad Mahmoud" userId="2d09ed40316b890c" providerId="LiveId" clId="{8F180CF7-9B4A-4EF7-BD2C-806087B1E91F}" dt="2026-09-09T14:45:33.361" v="333" actId="47"/>
          <pc:sldLayoutMkLst>
            <pc:docMk/>
            <pc:sldMasterMk cId="1811953132" sldId="2147483660"/>
            <pc:sldLayoutMk cId="1593105900" sldId="2147483688"/>
          </pc:sldLayoutMkLst>
        </pc:sldLayoutChg>
        <pc:sldLayoutChg chg="del">
          <pc:chgData name="Zeyad Mahmoud" userId="2d09ed40316b890c" providerId="LiveId" clId="{8F180CF7-9B4A-4EF7-BD2C-806087B1E91F}" dt="2026-09-09T14:45:30.040" v="324" actId="47"/>
          <pc:sldLayoutMkLst>
            <pc:docMk/>
            <pc:sldMasterMk cId="1811953132" sldId="2147483660"/>
            <pc:sldLayoutMk cId="2411134909" sldId="2147483689"/>
          </pc:sldLayoutMkLst>
        </pc:sldLayoutChg>
      </pc:sldMasterChg>
      <pc:sldMasterChg chg="modTransition modSldLayout">
        <pc:chgData name="Zeyad Mahmoud" userId="2d09ed40316b890c" providerId="LiveId" clId="{8F180CF7-9B4A-4EF7-BD2C-806087B1E91F}" dt="2026-09-09T14:29:19.573" v="104"/>
        <pc:sldMasterMkLst>
          <pc:docMk/>
          <pc:sldMasterMk cId="3367055200" sldId="2147483688"/>
        </pc:sldMasterMkLst>
        <pc:sldLayoutChg chg="modTransition">
          <pc:chgData name="Zeyad Mahmoud" userId="2d09ed40316b890c" providerId="LiveId" clId="{8F180CF7-9B4A-4EF7-BD2C-806087B1E91F}" dt="2026-09-09T14:29:19.573" v="104"/>
          <pc:sldLayoutMkLst>
            <pc:docMk/>
            <pc:sldMasterMk cId="3367055200" sldId="2147483688"/>
            <pc:sldLayoutMk cId="2625599526" sldId="2147483694"/>
          </pc:sldLayoutMkLst>
        </pc:sldLayoutChg>
      </pc:sldMasterChg>
      <pc:sldMasterChg chg="modTransition modSldLayout">
        <pc:chgData name="Zeyad Mahmoud" userId="2d09ed40316b890c" providerId="LiveId" clId="{8F180CF7-9B4A-4EF7-BD2C-806087B1E91F}" dt="2026-09-09T14:29:17.566" v="103"/>
        <pc:sldMasterMkLst>
          <pc:docMk/>
          <pc:sldMasterMk cId="438162199" sldId="2147483700"/>
        </pc:sldMasterMkLst>
        <pc:sldLayoutChg chg="modTransition">
          <pc:chgData name="Zeyad Mahmoud" userId="2d09ed40316b890c" providerId="LiveId" clId="{8F180CF7-9B4A-4EF7-BD2C-806087B1E91F}" dt="2026-09-09T14:29:17.566" v="103"/>
          <pc:sldLayoutMkLst>
            <pc:docMk/>
            <pc:sldMasterMk cId="438162199" sldId="2147483700"/>
            <pc:sldLayoutMk cId="3412504129" sldId="2147483706"/>
          </pc:sldLayoutMkLst>
        </pc:sldLayoutChg>
      </pc:sldMasterChg>
      <pc:sldMasterChg chg="modTransition modSldLayout">
        <pc:chgData name="Zeyad Mahmoud" userId="2d09ed40316b890c" providerId="LiveId" clId="{8F180CF7-9B4A-4EF7-BD2C-806087B1E91F}" dt="2026-09-09T14:29:16.858" v="102"/>
        <pc:sldMasterMkLst>
          <pc:docMk/>
          <pc:sldMasterMk cId="2672744619" sldId="2147483712"/>
        </pc:sldMasterMkLst>
        <pc:sldLayoutChg chg="modTransition">
          <pc:chgData name="Zeyad Mahmoud" userId="2d09ed40316b890c" providerId="LiveId" clId="{8F180CF7-9B4A-4EF7-BD2C-806087B1E91F}" dt="2026-09-09T14:29:16.858" v="102"/>
          <pc:sldLayoutMkLst>
            <pc:docMk/>
            <pc:sldMasterMk cId="2672744619" sldId="2147483712"/>
            <pc:sldLayoutMk cId="918927045" sldId="2147483736"/>
          </pc:sldLayoutMkLst>
        </pc:sldLayoutChg>
      </pc:sldMasterChg>
      <pc:sldMasterChg chg="modTransition modSldLayout">
        <pc:chgData name="Zeyad Mahmoud" userId="2d09ed40316b890c" providerId="LiveId" clId="{8F180CF7-9B4A-4EF7-BD2C-806087B1E91F}" dt="2026-09-09T14:29:16.257" v="101"/>
        <pc:sldMasterMkLst>
          <pc:docMk/>
          <pc:sldMasterMk cId="569891066" sldId="2147483740"/>
        </pc:sldMasterMkLst>
        <pc:sldLayoutChg chg="modTransition">
          <pc:chgData name="Zeyad Mahmoud" userId="2d09ed40316b890c" providerId="LiveId" clId="{8F180CF7-9B4A-4EF7-BD2C-806087B1E91F}" dt="2026-09-09T14:29:16.257" v="101"/>
          <pc:sldLayoutMkLst>
            <pc:docMk/>
            <pc:sldMasterMk cId="569891066" sldId="2147483740"/>
            <pc:sldLayoutMk cId="4149155771" sldId="2147483764"/>
          </pc:sldLayoutMkLst>
        </pc:sldLayoutChg>
      </pc:sldMasterChg>
      <pc:sldMasterChg chg="modTransition modSldLayout">
        <pc:chgData name="Zeyad Mahmoud" userId="2d09ed40316b890c" providerId="LiveId" clId="{8F180CF7-9B4A-4EF7-BD2C-806087B1E91F}" dt="2026-09-09T14:29:15.701" v="100"/>
        <pc:sldMasterMkLst>
          <pc:docMk/>
          <pc:sldMasterMk cId="1884189161" sldId="2147483768"/>
        </pc:sldMasterMkLst>
        <pc:sldLayoutChg chg="modTransition">
          <pc:chgData name="Zeyad Mahmoud" userId="2d09ed40316b890c" providerId="LiveId" clId="{8F180CF7-9B4A-4EF7-BD2C-806087B1E91F}" dt="2026-09-09T14:29:15.701" v="100"/>
          <pc:sldLayoutMkLst>
            <pc:docMk/>
            <pc:sldMasterMk cId="1884189161" sldId="2147483768"/>
            <pc:sldLayoutMk cId="1298940726" sldId="2147483794"/>
          </pc:sldLayoutMkLst>
        </pc:sldLayoutChg>
      </pc:sldMasterChg>
      <pc:sldMasterChg chg="modTransition modSldLayout">
        <pc:chgData name="Zeyad Mahmoud" userId="2d09ed40316b890c" providerId="LiveId" clId="{8F180CF7-9B4A-4EF7-BD2C-806087B1E91F}" dt="2026-09-09T14:29:13.701" v="99"/>
        <pc:sldMasterMkLst>
          <pc:docMk/>
          <pc:sldMasterMk cId="1094569254" sldId="2147483796"/>
        </pc:sldMasterMkLst>
        <pc:sldLayoutChg chg="modTransition">
          <pc:chgData name="Zeyad Mahmoud" userId="2d09ed40316b890c" providerId="LiveId" clId="{8F180CF7-9B4A-4EF7-BD2C-806087B1E91F}" dt="2026-09-09T14:29:13.701" v="99"/>
          <pc:sldLayoutMkLst>
            <pc:docMk/>
            <pc:sldMasterMk cId="1094569254" sldId="2147483796"/>
            <pc:sldLayoutMk cId="757954515" sldId="2147483820"/>
          </pc:sldLayoutMkLst>
        </pc:sldLayoutChg>
      </pc:sldMasterChg>
      <pc:sldMasterChg chg="modTransition modSldLayout">
        <pc:chgData name="Zeyad Mahmoud" userId="2d09ed40316b890c" providerId="LiveId" clId="{8F180CF7-9B4A-4EF7-BD2C-806087B1E91F}" dt="2026-09-09T14:29:13.005" v="98"/>
        <pc:sldMasterMkLst>
          <pc:docMk/>
          <pc:sldMasterMk cId="4245369179" sldId="2147483824"/>
        </pc:sldMasterMkLst>
        <pc:sldLayoutChg chg="modTransition">
          <pc:chgData name="Zeyad Mahmoud" userId="2d09ed40316b890c" providerId="LiveId" clId="{8F180CF7-9B4A-4EF7-BD2C-806087B1E91F}" dt="2026-09-09T14:29:13.005" v="98"/>
          <pc:sldLayoutMkLst>
            <pc:docMk/>
            <pc:sldMasterMk cId="4245369179" sldId="2147483824"/>
            <pc:sldLayoutMk cId="603758369" sldId="2147483830"/>
          </pc:sldLayoutMkLst>
        </pc:sldLayoutChg>
      </pc:sldMasterChg>
      <pc:sldMasterChg chg="modTransition modSldLayout">
        <pc:chgData name="Zeyad Mahmoud" userId="2d09ed40316b890c" providerId="LiveId" clId="{8F180CF7-9B4A-4EF7-BD2C-806087B1E91F}" dt="2026-09-09T14:29:09.412" v="96"/>
        <pc:sldMasterMkLst>
          <pc:docMk/>
          <pc:sldMasterMk cId="3108456340" sldId="2147483842"/>
        </pc:sldMasterMkLst>
        <pc:sldLayoutChg chg="modTransition">
          <pc:chgData name="Zeyad Mahmoud" userId="2d09ed40316b890c" providerId="LiveId" clId="{8F180CF7-9B4A-4EF7-BD2C-806087B1E91F}" dt="2026-09-09T14:29:09.412" v="96"/>
          <pc:sldLayoutMkLst>
            <pc:docMk/>
            <pc:sldMasterMk cId="3108456340" sldId="2147483842"/>
            <pc:sldLayoutMk cId="2346682127" sldId="2147483848"/>
          </pc:sldLayoutMkLst>
        </pc:sldLayoutChg>
      </pc:sldMasterChg>
      <pc:sldMasterChg chg="modTransition modSldLayout">
        <pc:chgData name="Zeyad Mahmoud" userId="2d09ed40316b890c" providerId="LiveId" clId="{8F180CF7-9B4A-4EF7-BD2C-806087B1E91F}" dt="2026-09-09T14:29:08.647" v="95"/>
        <pc:sldMasterMkLst>
          <pc:docMk/>
          <pc:sldMasterMk cId="2585315677" sldId="2147483854"/>
        </pc:sldMasterMkLst>
        <pc:sldLayoutChg chg="modTransition">
          <pc:chgData name="Zeyad Mahmoud" userId="2d09ed40316b890c" providerId="LiveId" clId="{8F180CF7-9B4A-4EF7-BD2C-806087B1E91F}" dt="2026-09-09T14:29:08.647" v="95"/>
          <pc:sldLayoutMkLst>
            <pc:docMk/>
            <pc:sldMasterMk cId="2585315677" sldId="2147483854"/>
            <pc:sldLayoutMk cId="3858642368" sldId="2147483878"/>
          </pc:sldLayoutMkLst>
        </pc:sldLayoutChg>
      </pc:sldMasterChg>
      <pc:sldMasterChg chg="modTransition modSldLayout">
        <pc:chgData name="Zeyad Mahmoud" userId="2d09ed40316b890c" providerId="LiveId" clId="{8F180CF7-9B4A-4EF7-BD2C-806087B1E91F}" dt="2026-09-09T14:29:07.801" v="94"/>
        <pc:sldMasterMkLst>
          <pc:docMk/>
          <pc:sldMasterMk cId="3397876520" sldId="2147483882"/>
        </pc:sldMasterMkLst>
        <pc:sldLayoutChg chg="modTransition">
          <pc:chgData name="Zeyad Mahmoud" userId="2d09ed40316b890c" providerId="LiveId" clId="{8F180CF7-9B4A-4EF7-BD2C-806087B1E91F}" dt="2026-09-09T14:29:07.801" v="94"/>
          <pc:sldLayoutMkLst>
            <pc:docMk/>
            <pc:sldMasterMk cId="3397876520" sldId="2147483882"/>
            <pc:sldLayoutMk cId="1591927554" sldId="214748390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5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76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6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35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317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107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3846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23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22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1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1191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302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4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38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1041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192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50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257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78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463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513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212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9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97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953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31745E-8CE3-A188-0CE1-CED3392F3991}"/>
              </a:ext>
            </a:extLst>
          </p:cNvPr>
          <p:cNvSpPr/>
          <p:nvPr/>
        </p:nvSpPr>
        <p:spPr>
          <a:xfrm>
            <a:off x="0" y="146304"/>
            <a:ext cx="12192000" cy="67116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966960" y="685800"/>
            <a:ext cx="1280160" cy="12801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561320" y="1280160"/>
            <a:ext cx="731520" cy="7315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326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Industrial Predictive</a:t>
            </a:r>
            <a:br/>
            <a:r>
              <a:t>Maintenance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FDBFE"/>
                </a:solidFill>
                <a:latin typeface="Aptos"/>
              </a:defRPr>
            </a:pPr>
            <a:r>
              <a:t>Machine Learning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77639"/>
            <a:ext cx="388620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RUL • Failure • Failure Type • Repair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94A3B8"/>
                </a:solidFill>
                <a:latin typeface="Aptos"/>
              </a:defRPr>
            </a:pPr>
            <a:r>
              <a:t>Predict → Understand → Maintain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9438A02-756C-BEC8-374F-987ED1AD7791}"/>
              </a:ext>
            </a:extLst>
          </p:cNvPr>
          <p:cNvSpPr/>
          <p:nvPr/>
        </p:nvSpPr>
        <p:spPr>
          <a:xfrm>
            <a:off x="0" y="146304"/>
            <a:ext cx="12192000" cy="6711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Industrial Predictive Maintenance • Machine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515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Aptos"/>
              </a:defRPr>
            </a:pPr>
            <a:r>
              <a:t>Move maintenance from reactive to predictive.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42900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73152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391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Detect risk early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7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Use machine sensor readings to identify machines approaching failure.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74519"/>
            <a:ext cx="342900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874519"/>
            <a:ext cx="73152" cy="3474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20391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Estimate remaining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532887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Predict Remaining Useful Life (RUL) in operating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874519"/>
            <a:ext cx="342900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5864" y="1874519"/>
            <a:ext cx="73152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20391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Support 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532887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Identify likely failure type and estimate the expected repair cost.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A88AC7-2F95-5A44-696D-7D304B8AA1EC}"/>
              </a:ext>
            </a:extLst>
          </p:cNvPr>
          <p:cNvSpPr/>
          <p:nvPr/>
        </p:nvSpPr>
        <p:spPr>
          <a:xfrm>
            <a:off x="0" y="146304"/>
            <a:ext cx="12192000" cy="6711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Choose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Industrial Predictive Maintenance •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94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07592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What problem are we solving?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01368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Unexpected industrial machine failures can cause downtime, production losses, and maintenance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143000"/>
            <a:ext cx="5394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07592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Who has this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01368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Manufacturing plants, maintenance teams, production engineers, and equipment operators.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5394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33756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Why is it important?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95928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Early warning gives teams time to schedule maintenance before a critical breakdown.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7560"/>
            <a:ext cx="5394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33756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502152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Proposed ML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95928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Build multiple predictive models from sensor and machine-condition features.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2A03016-9EDA-4494-67F2-83E9F3C5CA23}"/>
              </a:ext>
            </a:extLst>
          </p:cNvPr>
          <p:cNvSpPr/>
          <p:nvPr/>
        </p:nvSpPr>
        <p:spPr>
          <a:xfrm>
            <a:off x="0" y="146304"/>
            <a:ext cx="12192000" cy="6711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Define the ML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Industrial Predictive Maintenance •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25780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0759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RUL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01368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Regression</a:t>
            </a:r>
            <a:br/>
            <a:br/>
            <a:r>
              <a:t>Predict remaining operating hours.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143000"/>
            <a:ext cx="525780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73152" cy="2057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0759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Failure Within 24h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01368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Binary Classification</a:t>
            </a:r>
            <a:br/>
            <a:br/>
            <a:r>
              <a:t>Predict whether failure risk exists in the next 24 hours.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525780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73152" cy="2057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73075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Failure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24528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Multiclass Classification</a:t>
            </a:r>
            <a:br/>
            <a:br/>
            <a:r>
              <a:t>Predict Bearing, Electrical, Hydraulic, Motor Overheat, or None.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66160"/>
            <a:ext cx="525780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566160"/>
            <a:ext cx="7315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73075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Repair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24528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Regression</a:t>
            </a:r>
            <a:br/>
            <a:br/>
            <a:r>
              <a:t>Estimate expected repair / maintenance cost.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73AC215-15AD-D635-C087-E12C2340CFE6}"/>
              </a:ext>
            </a:extLst>
          </p:cNvPr>
          <p:cNvSpPr/>
          <p:nvPr/>
        </p:nvSpPr>
        <p:spPr>
          <a:xfrm>
            <a:off x="0" y="146304"/>
            <a:ext cx="12192000" cy="6711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Industrial Predictive Maintenance • Machine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0704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Industrial machine condition and sensor dataset.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Input features include machine ID, machine type, vibration, temperature, current, pressure, RPM, operating mode, maintenance history, and ambient temperature.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Four target variables were modeled independently: RUL, failure within 24h, failure type, and estimated repair cost.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The dataset supports both classification and regression tasks in one predictive-maintenance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9659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475569"/>
                </a:solidFill>
                <a:latin typeface="Aptos"/>
              </a:defRPr>
            </a:pPr>
            <a:r>
              <a:t>machine_id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5303520"/>
            <a:ext cx="19659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475569"/>
                </a:solidFill>
                <a:latin typeface="Aptos"/>
              </a:defRPr>
            </a:pPr>
            <a:r>
              <a:t>machine_type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5303520"/>
            <a:ext cx="19659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475569"/>
                </a:solidFill>
                <a:latin typeface="Aptos"/>
              </a:defRPr>
            </a:pPr>
            <a:r>
              <a:t>vibration_rms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5303520"/>
            <a:ext cx="19659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475569"/>
                </a:solidFill>
                <a:latin typeface="Aptos"/>
              </a:defRPr>
            </a:pPr>
            <a:r>
              <a:t>temperature_motor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5303520"/>
            <a:ext cx="19659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475569"/>
                </a:solidFill>
                <a:latin typeface="Aptos"/>
              </a:defRPr>
            </a:pPr>
            <a:r>
              <a:t>current_phase_avg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06440"/>
            <a:ext cx="19659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475569"/>
                </a:solidFill>
                <a:latin typeface="Aptos"/>
              </a:defRPr>
            </a:pPr>
            <a:r>
              <a:t>pressure_level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5806440"/>
            <a:ext cx="19659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475569"/>
                </a:solidFill>
                <a:latin typeface="Aptos"/>
              </a:defRPr>
            </a:pPr>
            <a:r>
              <a:t>rpm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5806440"/>
            <a:ext cx="19659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475569"/>
                </a:solidFill>
                <a:latin typeface="Aptos"/>
              </a:defRPr>
            </a:pPr>
            <a:r>
              <a:t>operating_mode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5806440"/>
            <a:ext cx="19659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475569"/>
                </a:solidFill>
                <a:latin typeface="Aptos"/>
              </a:defRPr>
            </a:pPr>
            <a:r>
              <a:t>hours_since_maintenance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5806440"/>
            <a:ext cx="19659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475569"/>
                </a:solidFill>
                <a:latin typeface="Aptos"/>
              </a:defRPr>
            </a:pPr>
            <a:r>
              <a:t>ambient_temp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476A2EA-D81D-DCEF-2573-7027FAC0EB5D}"/>
              </a:ext>
            </a:extLst>
          </p:cNvPr>
          <p:cNvSpPr/>
          <p:nvPr/>
        </p:nvSpPr>
        <p:spPr>
          <a:xfrm>
            <a:off x="0" y="146304"/>
            <a:ext cx="12192000" cy="6711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Industrial Predictive Maintenance •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47472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075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Target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01368"/>
            <a:ext cx="30632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Repair cost is highly zero-inflated:</a:t>
            </a:r>
            <a:br/>
            <a:br/>
            <a:r>
              <a:t>85.19% → zero cost</a:t>
            </a:r>
            <a:br/>
            <a:r>
              <a:t>14.81% → non-zero cost</a:t>
            </a:r>
            <a:br/>
            <a:br/>
            <a:r>
              <a:t>This explains why repair-cost regression is harder than the other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143000"/>
            <a:ext cx="347472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14300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13075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Sensor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801368"/>
            <a:ext cx="30632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The main signals describe machine operating condition:</a:t>
            </a:r>
            <a:br/>
            <a:br/>
            <a:r>
              <a:t>• Vibration</a:t>
            </a:r>
            <a:br/>
            <a:r>
              <a:t>• Motor temperature</a:t>
            </a:r>
            <a:br/>
            <a:r>
              <a:t>• Current</a:t>
            </a:r>
            <a:br/>
            <a:r>
              <a:t>• Pressure</a:t>
            </a:r>
            <a:br/>
            <a:r>
              <a:t>• RPM</a:t>
            </a:r>
            <a:br/>
            <a:r>
              <a:t>• Maintenance history</a:t>
            </a:r>
            <a:br/>
            <a:r>
              <a:t>• Ambient temperature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143000"/>
            <a:ext cx="347472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1143000"/>
            <a:ext cx="73152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0183" y="13075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Key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1801368"/>
            <a:ext cx="30632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Machine health is driven by combinations of operating conditions rather than a single sensor.</a:t>
            </a:r>
            <a:br/>
            <a:br/>
            <a:r>
              <a:t>Tree-based models are therefore a strong fit for the problem.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77F879-0EC9-240C-633F-9F4786D01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12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F184C9-95F8-30DB-C24C-14F734842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2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D76C56-34A4-7E36-B1BC-15A8E9499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733475-8B13-0441-9F81-0EBE7E0A5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03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BD45BC-A986-C633-8900-C5E898613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85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E0566E-2452-1D01-B352-336A67165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32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80B8096-0ABD-2FA3-1E6C-4AA812B76C16}"/>
              </a:ext>
            </a:extLst>
          </p:cNvPr>
          <p:cNvSpPr/>
          <p:nvPr/>
        </p:nvSpPr>
        <p:spPr>
          <a:xfrm>
            <a:off x="0" y="146304"/>
            <a:ext cx="12192000" cy="6711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Industrial Predictive Maintenance • Machine Learning Project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2344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606040" cy="3291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73152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0391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Separate targets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32887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Keep each prediction target separate from the input features.</a:t>
            </a:r>
          </a:p>
        </p:txBody>
      </p:sp>
      <p:sp>
        <p:nvSpPr>
          <p:cNvPr id="12" name="Oval 11"/>
          <p:cNvSpPr/>
          <p:nvPr/>
        </p:nvSpPr>
        <p:spPr>
          <a:xfrm>
            <a:off x="3502152" y="123444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874519"/>
            <a:ext cx="2606040" cy="3291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56432" y="1874519"/>
            <a:ext cx="73152" cy="3291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20391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Handle missing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532887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Use pipeline-based imputation so training and inference follow the same process.</a:t>
            </a:r>
          </a:p>
        </p:txBody>
      </p:sp>
      <p:sp>
        <p:nvSpPr>
          <p:cNvPr id="17" name="Oval 16"/>
          <p:cNvSpPr/>
          <p:nvPr/>
        </p:nvSpPr>
        <p:spPr>
          <a:xfrm>
            <a:off x="6318504" y="123444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874519"/>
            <a:ext cx="2606040" cy="3291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72784" y="1874519"/>
            <a:ext cx="73152" cy="3291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01384" y="20391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Check data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532887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Inspect distributions, invalid values, missingness, and outliers.</a:t>
            </a:r>
          </a:p>
        </p:txBody>
      </p:sp>
      <p:sp>
        <p:nvSpPr>
          <p:cNvPr id="22" name="Oval 21"/>
          <p:cNvSpPr/>
          <p:nvPr/>
        </p:nvSpPr>
        <p:spPr>
          <a:xfrm>
            <a:off x="9134856" y="12344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9136" y="1874519"/>
            <a:ext cx="2606040" cy="3291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89136" y="1874519"/>
            <a:ext cx="73152" cy="3291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17736" y="20391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Prevent leakage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2532887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Fit preprocessing only on training data through sklearn Pipelines.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E419201-5430-E136-657B-9B75E452E31F}"/>
              </a:ext>
            </a:extLst>
          </p:cNvPr>
          <p:cNvSpPr/>
          <p:nvPr/>
        </p:nvSpPr>
        <p:spPr>
          <a:xfrm>
            <a:off x="0" y="146304"/>
            <a:ext cx="12192000" cy="6711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Industrial Predictive Maintenance •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42900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533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Numerical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KNNImputer</a:t>
            </a:r>
            <a:br/>
            <a:br/>
            <a:r>
              <a:t>RobustScaler</a:t>
            </a:r>
            <a:br/>
            <a:br/>
            <a:r>
              <a:t>Used inside the ColumnTransformer so preprocessing is reproducible at inference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188720"/>
            <a:ext cx="342900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188720"/>
            <a:ext cx="73152" cy="4480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13533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Categorical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847088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OneHotEncoder</a:t>
            </a:r>
            <a:br/>
            <a:br/>
            <a:r>
              <a:t>Machine type and operating mode are converted into model-ready numerical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188720"/>
            <a:ext cx="342900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1188720"/>
            <a:ext cx="73152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0183" y="13533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Pipeline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1847088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ColumnTransformer</a:t>
            </a:r>
            <a:br/>
            <a:r>
              <a:t>+</a:t>
            </a:r>
            <a:br/>
            <a:r>
              <a:t>Model</a:t>
            </a:r>
            <a:br/>
            <a:br/>
            <a:r>
              <a:t>The saved pipeline contains preprocessing and the trained estimator together.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7EFD576-830D-20FC-DF60-31EE2CB8D2EA}"/>
              </a:ext>
            </a:extLst>
          </p:cNvPr>
          <p:cNvSpPr/>
          <p:nvPr/>
        </p:nvSpPr>
        <p:spPr>
          <a:xfrm>
            <a:off x="0" y="146304"/>
            <a:ext cx="12192000" cy="6711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Baseline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Industrial Predictive Maintenance • Machine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75569"/>
                </a:solidFill>
                <a:latin typeface="Aptos"/>
              </a:defRPr>
            </a:pPr>
            <a:r>
              <a:t>Start simple → establish a reference → then improve.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Classification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A simple classifier provides a reference point before using stronger ensemble methods.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2900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73152" cy="3566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Regression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487168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Linear Regression gives a simple relationship between machine features and continuous targets.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828800"/>
            <a:ext cx="342900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5864" y="1828800"/>
            <a:ext cx="73152" cy="3566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Why baseline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487168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A complex model is useful only if it clearly improves over a reasonable baseline.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EE5D256-8833-2B5A-36F0-8D7AE3DC2A07}"/>
              </a:ext>
            </a:extLst>
          </p:cNvPr>
          <p:cNvSpPr/>
          <p:nvPr/>
        </p:nvSpPr>
        <p:spPr>
          <a:xfrm>
            <a:off x="0" y="146304"/>
            <a:ext cx="12192000" cy="6711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Try Multiple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Industrial Predictive Maintenance •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429000" cy="1874519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73152" cy="1874519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533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Linear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Regression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429000" cy="1874519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188720"/>
            <a:ext cx="73152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3533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Decision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4708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Interpretable nonlinear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188720"/>
            <a:ext cx="3429000" cy="1874519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59" y="1188720"/>
            <a:ext cx="73152" cy="18745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59" y="13533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184708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Strong ensemble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29000"/>
            <a:ext cx="3429000" cy="1874519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429000"/>
            <a:ext cx="73152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5935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Gradient Boosting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8736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Sequential boosting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429000"/>
            <a:ext cx="3429000" cy="1874519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42900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35935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XGBoost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08736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High-performance boosting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3429000"/>
            <a:ext cx="3429000" cy="1874519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59" y="3429000"/>
            <a:ext cx="73152" cy="18745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59" y="35935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SVR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408736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Kernel-based regression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97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Aptos"/>
              </a:defRPr>
            </a:pPr>
            <a:r>
              <a:t>Hyperparameter tuning was applied where appropriate using GridSearchCV.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F061AAB-76E6-B9E2-16E6-0107BBABDFD9}"/>
              </a:ext>
            </a:extLst>
          </p:cNvPr>
          <p:cNvSpPr/>
          <p:nvPr/>
        </p:nvSpPr>
        <p:spPr>
          <a:xfrm>
            <a:off x="0" y="146304"/>
            <a:ext cx="12192000" cy="6711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Industrial Predictive Maintenance •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97280"/>
            <a:ext cx="274320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09728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261872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RUL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55648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Random Forest Regressor</a:t>
            </a:r>
            <a:br/>
            <a:br/>
            <a:r>
              <a:t>R² ≈ 0.925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097280"/>
            <a:ext cx="274320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097280"/>
            <a:ext cx="73152" cy="1920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39" y="1261872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Failure Within 24h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755648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XGBoost Classifier</a:t>
            </a:r>
            <a:br/>
            <a:br/>
            <a:r>
              <a:t>F1 ≈ 0.94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097280"/>
            <a:ext cx="274320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1097280"/>
            <a:ext cx="73152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261872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Failure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755648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XGBoost Multiclass</a:t>
            </a:r>
            <a:br/>
            <a:br/>
            <a:r>
              <a:t>Macro F1 ≈ 0.96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1097280"/>
            <a:ext cx="22402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72600" y="109728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0" y="126187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Repair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755648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Random Forest</a:t>
            </a:r>
            <a:br/>
            <a:br/>
            <a:r>
              <a:t>R² ≈ 0.785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29000"/>
            <a:ext cx="105156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Regression: evaluated using R², MAE, and RMSE.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Classification: evaluated using accuracy, precision, recall, and F1-score.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Repair-cost regression is the most difficult target because 85.19% of the target values are zero.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1ABC6D9-2AF2-BBA0-A632-7CF7613D4B5A}"/>
              </a:ext>
            </a:extLst>
          </p:cNvPr>
          <p:cNvSpPr/>
          <p:nvPr/>
        </p:nvSpPr>
        <p:spPr>
          <a:xfrm>
            <a:off x="7620" y="146304"/>
            <a:ext cx="12192000" cy="6711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Industrial Predictive Maintenance • Machine Learning Project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107899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Best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R² ≈ 0.925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Failure within 24h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Binary classification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F1 ≈ 0.94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Failure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Multiclass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Macro F1 ≈ 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rPr dirty="0"/>
                        <a:t>Repair cost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rPr dirty="0"/>
                        <a:t>R² ≈ 0.785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75569"/>
                </a:solidFill>
                <a:latin typeface="Aptos"/>
              </a:defRPr>
            </a:pPr>
            <a:r>
              <a:t>Best model is selected per target because the four tasks have different objectives.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257800"/>
            <a:ext cx="996696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80" y="525780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5422392"/>
            <a:ext cx="9555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Final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916168"/>
            <a:ext cx="955548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Four trained pipelines are saved as .pkl files and consumed by the Streamlit application.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8A9EB0A-E178-8EDA-364D-9B20FBDD5042}"/>
              </a:ext>
            </a:extLst>
          </p:cNvPr>
          <p:cNvSpPr/>
          <p:nvPr/>
        </p:nvSpPr>
        <p:spPr>
          <a:xfrm>
            <a:off x="0" y="146304"/>
            <a:ext cx="12192000" cy="6711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Real-World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Industrial Predictive Maintenance •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18288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Sensor Data</a:t>
            </a:r>
          </a:p>
        </p:txBody>
      </p:sp>
      <p:sp>
        <p:nvSpPr>
          <p:cNvPr id="8" name="Chevron 7"/>
          <p:cNvSpPr/>
          <p:nvPr/>
        </p:nvSpPr>
        <p:spPr>
          <a:xfrm>
            <a:off x="2377439" y="1536192"/>
            <a:ext cx="365760" cy="411480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88920" y="1325880"/>
            <a:ext cx="182880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RUL</a:t>
            </a:r>
          </a:p>
        </p:txBody>
      </p:sp>
      <p:sp>
        <p:nvSpPr>
          <p:cNvPr id="10" name="Chevron 9"/>
          <p:cNvSpPr/>
          <p:nvPr/>
        </p:nvSpPr>
        <p:spPr>
          <a:xfrm>
            <a:off x="4663440" y="1536192"/>
            <a:ext cx="365760" cy="411480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74920" y="1325880"/>
            <a:ext cx="182880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Failure Risk</a:t>
            </a:r>
          </a:p>
        </p:txBody>
      </p:sp>
      <p:sp>
        <p:nvSpPr>
          <p:cNvPr id="12" name="Chevron 11"/>
          <p:cNvSpPr/>
          <p:nvPr/>
        </p:nvSpPr>
        <p:spPr>
          <a:xfrm>
            <a:off x="6949440" y="1536192"/>
            <a:ext cx="365760" cy="411480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60920" y="1325880"/>
            <a:ext cx="182880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Failure Type</a:t>
            </a:r>
          </a:p>
        </p:txBody>
      </p:sp>
      <p:sp>
        <p:nvSpPr>
          <p:cNvPr id="14" name="Chevron 13"/>
          <p:cNvSpPr/>
          <p:nvPr/>
        </p:nvSpPr>
        <p:spPr>
          <a:xfrm>
            <a:off x="9235440" y="1536192"/>
            <a:ext cx="365760" cy="411480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46920" y="1325880"/>
            <a:ext cx="182880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Repair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43200"/>
            <a:ext cx="3383280" cy="2331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743200"/>
            <a:ext cx="73152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9077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Healthy machine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01568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RUL &gt; 24h</a:t>
            </a:r>
            <a:br/>
            <a:br/>
            <a:r>
              <a:t>Failure risk: NO</a:t>
            </a:r>
            <a:br/>
            <a:r>
              <a:t>Failure type: None</a:t>
            </a:r>
            <a:br/>
            <a:r>
              <a:t>Repair cost: $0</a:t>
            </a:r>
            <a:br/>
            <a:br/>
            <a:r>
              <a:t>Continue monitoring.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743200"/>
            <a:ext cx="3383280" cy="2331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2743200"/>
            <a:ext cx="73152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29077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Warning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401568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RUL ≤ 24h</a:t>
            </a:r>
            <a:br/>
            <a:br/>
            <a:r>
              <a:t>Failure analysis is activated.</a:t>
            </a:r>
            <a:br/>
            <a:r>
              <a:t>Maintenance should be scheduled soon.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743200"/>
            <a:ext cx="3383280" cy="2331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2440" y="2743200"/>
            <a:ext cx="73152" cy="2331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29077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401568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Very low RUL</a:t>
            </a:r>
            <a:br/>
            <a:br/>
            <a:r>
              <a:t>Immediate maintenance is strongly recommended.</a:t>
            </a:r>
            <a:br/>
            <a:r>
              <a:t>Failure type and cost support the decision.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"/>
              </a:defRPr>
            </a:pPr>
            <a:r>
              <a:t>The system turns raw sensor readings into an actionable maintenance decision.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6398FF-25FB-88BC-BE8B-DCABBBB16788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062E8-ECC7-10FE-8B2C-8B22C40AE09A}"/>
              </a:ext>
            </a:extLst>
          </p:cNvPr>
          <p:cNvSpPr txBox="1"/>
          <p:nvPr/>
        </p:nvSpPr>
        <p:spPr>
          <a:xfrm>
            <a:off x="2635045" y="2762864"/>
            <a:ext cx="62434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i="1" u="sng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0338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53</TotalTime>
  <Words>972</Words>
  <Application>Microsoft Office PowerPoint</Application>
  <PresentationFormat>Widescreen</PresentationFormat>
  <Paragraphs>168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Arial Nova Light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Zeyad Mahmoud</cp:lastModifiedBy>
  <cp:revision>1</cp:revision>
  <dcterms:created xsi:type="dcterms:W3CDTF">2013-01-27T09:14:16Z</dcterms:created>
  <dcterms:modified xsi:type="dcterms:W3CDTF">2026-09-09T21:58:58Z</dcterms:modified>
  <cp:category/>
</cp:coreProperties>
</file>